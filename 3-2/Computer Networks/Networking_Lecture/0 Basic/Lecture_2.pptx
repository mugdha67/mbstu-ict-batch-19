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4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64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4" name="PlaceHolder 1"/>
          <p:cNvSpPr>
            <a:spLocks noGrp="1"/>
          </p:cNvSpPr>
          <p:nvPr>
            <p:ph type="body"/>
          </p:nvPr>
        </p:nvSpPr>
        <p:spPr>
          <a:xfrm>
            <a:off x="756000" y="5078520"/>
            <a:ext cx="6047640" cy="4811040"/>
          </a:xfrm>
          <a:prstGeom prst="rect">
            <a:avLst/>
          </a:prstGeom>
        </p:spPr>
        <p:txBody>
          <a:bodyPr lIns="0" tIns="0" rIns="0" bIns="0"/>
          <a:lstStyle/>
          <a:p>
            <a:r>
              <a:rPr lang="en-US" sz="2000" b="0" strike="noStrike" spc="-1">
                <a:solidFill>
                  <a:srgbClr val="000000"/>
                </a:solidFill>
                <a:uFill>
                  <a:solidFill>
                    <a:srgbClr val="FFFFFF"/>
                  </a:solidFill>
                </a:uFill>
                <a:latin typeface="Arial"/>
              </a:rPr>
              <a:t>Click to edit the notes format</a:t>
            </a:r>
          </a:p>
        </p:txBody>
      </p:sp>
      <p:sp>
        <p:nvSpPr>
          <p:cNvPr id="175" name="PlaceHolder 2"/>
          <p:cNvSpPr>
            <a:spLocks noGrp="1"/>
          </p:cNvSpPr>
          <p:nvPr>
            <p:ph type="hdr"/>
          </p:nvPr>
        </p:nvSpPr>
        <p:spPr>
          <a:xfrm>
            <a:off x="0" y="0"/>
            <a:ext cx="3280680" cy="534240"/>
          </a:xfrm>
          <a:prstGeom prst="rect">
            <a:avLst/>
          </a:prstGeom>
        </p:spPr>
        <p:txBody>
          <a:bodyPr lIns="0" tIns="0" rIns="0" bIns="0"/>
          <a:lstStyle/>
          <a:p>
            <a:r>
              <a:rPr lang="en-US" sz="1400" b="0" strike="noStrike" spc="-1">
                <a:solidFill>
                  <a:srgbClr val="000000"/>
                </a:solidFill>
                <a:uFill>
                  <a:solidFill>
                    <a:srgbClr val="FFFFFF"/>
                  </a:solidFill>
                </a:uFill>
                <a:latin typeface="Times New Roman"/>
              </a:rPr>
              <a:t>&lt;header&gt;</a:t>
            </a:r>
          </a:p>
        </p:txBody>
      </p:sp>
      <p:sp>
        <p:nvSpPr>
          <p:cNvPr id="176" name="PlaceHolder 3"/>
          <p:cNvSpPr>
            <a:spLocks noGrp="1"/>
          </p:cNvSpPr>
          <p:nvPr>
            <p:ph type="dt"/>
          </p:nvPr>
        </p:nvSpPr>
        <p:spPr>
          <a:xfrm>
            <a:off x="4278960" y="0"/>
            <a:ext cx="3280680" cy="534240"/>
          </a:xfrm>
          <a:prstGeom prst="rect">
            <a:avLst/>
          </a:prstGeom>
        </p:spPr>
        <p:txBody>
          <a:bodyPr lIns="0" tIns="0" rIns="0" bIns="0"/>
          <a:lstStyle/>
          <a:p>
            <a:pPr algn="r"/>
            <a:r>
              <a:rPr lang="en-US" sz="1400" b="0" strike="noStrike" spc="-1">
                <a:solidFill>
                  <a:srgbClr val="000000"/>
                </a:solidFill>
                <a:uFill>
                  <a:solidFill>
                    <a:srgbClr val="FFFFFF"/>
                  </a:solidFill>
                </a:uFill>
                <a:latin typeface="Times New Roman"/>
              </a:rPr>
              <a:t>&lt;date/time&gt;</a:t>
            </a:r>
          </a:p>
        </p:txBody>
      </p:sp>
      <p:sp>
        <p:nvSpPr>
          <p:cNvPr id="177" name="PlaceHolder 4"/>
          <p:cNvSpPr>
            <a:spLocks noGrp="1"/>
          </p:cNvSpPr>
          <p:nvPr>
            <p:ph type="ftr"/>
          </p:nvPr>
        </p:nvSpPr>
        <p:spPr>
          <a:xfrm>
            <a:off x="0" y="10157400"/>
            <a:ext cx="3280680" cy="534240"/>
          </a:xfrm>
          <a:prstGeom prst="rect">
            <a:avLst/>
          </a:prstGeom>
        </p:spPr>
        <p:txBody>
          <a:bodyPr lIns="0" tIns="0" rIns="0" bIns="0" anchor="b"/>
          <a:lstStyle/>
          <a:p>
            <a:r>
              <a:rPr lang="en-US" sz="1400" b="0" strike="noStrike" spc="-1">
                <a:solidFill>
                  <a:srgbClr val="000000"/>
                </a:solidFill>
                <a:uFill>
                  <a:solidFill>
                    <a:srgbClr val="FFFFFF"/>
                  </a:solidFill>
                </a:uFill>
                <a:latin typeface="Times New Roman"/>
              </a:rPr>
              <a:t>&lt;footer&gt;</a:t>
            </a:r>
          </a:p>
        </p:txBody>
      </p:sp>
      <p:sp>
        <p:nvSpPr>
          <p:cNvPr id="178" name="PlaceHolder 5"/>
          <p:cNvSpPr>
            <a:spLocks noGrp="1"/>
          </p:cNvSpPr>
          <p:nvPr>
            <p:ph type="sldNum"/>
          </p:nvPr>
        </p:nvSpPr>
        <p:spPr>
          <a:xfrm>
            <a:off x="4278960" y="10157400"/>
            <a:ext cx="3280680" cy="534240"/>
          </a:xfrm>
          <a:prstGeom prst="rect">
            <a:avLst/>
          </a:prstGeom>
        </p:spPr>
        <p:txBody>
          <a:bodyPr lIns="0" tIns="0" rIns="0" bIns="0" anchor="b"/>
          <a:lstStyle/>
          <a:p>
            <a:pPr algn="r"/>
            <a:fld id="{D534AF70-2D7C-425E-8A3F-76FE62934545}" type="slidenum">
              <a:rPr lang="en-US" sz="1400" b="0" strike="noStrike" spc="-1">
                <a:solidFill>
                  <a:srgbClr val="000000"/>
                </a:solidFill>
                <a:uFill>
                  <a:solidFill>
                    <a:srgbClr val="FFFFFF"/>
                  </a:solidFill>
                </a:uFill>
                <a:latin typeface="Times New Roman"/>
              </a:rPr>
              <a:t>‹#›</a:t>
            </a:fld>
            <a:endParaRPr lang="en-US"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CustomShape 1"/>
          <p:cNvSpPr/>
          <p:nvPr/>
        </p:nvSpPr>
        <p:spPr>
          <a:xfrm>
            <a:off x="3884760" y="8685360"/>
            <a:ext cx="2971080" cy="4564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F3DEEEAE-B3BF-4944-BA1C-E0645723D43B}" type="slidenum">
              <a:rPr lang="en-US" sz="1200" b="0" strike="noStrike" spc="-1">
                <a:solidFill>
                  <a:srgbClr val="000000"/>
                </a:solidFill>
                <a:uFill>
                  <a:solidFill>
                    <a:srgbClr val="FFFFFF"/>
                  </a:solidFill>
                </a:uFill>
                <a:latin typeface="Arial"/>
              </a:rPr>
              <a:t>1</a:t>
            </a:fld>
            <a:endParaRPr lang="en-US" sz="1800" b="0" strike="noStrike" spc="-1">
              <a:solidFill>
                <a:srgbClr val="000000"/>
              </a:solidFill>
              <a:uFill>
                <a:solidFill>
                  <a:srgbClr val="FFFFFF"/>
                </a:solidFill>
              </a:uFill>
              <a:latin typeface="Arial"/>
            </a:endParaRPr>
          </a:p>
        </p:txBody>
      </p:sp>
      <p:sp>
        <p:nvSpPr>
          <p:cNvPr id="478" name="PlaceHolder 2"/>
          <p:cNvSpPr>
            <a:spLocks noGrp="1"/>
          </p:cNvSpPr>
          <p:nvPr>
            <p:ph type="body"/>
          </p:nvPr>
        </p:nvSpPr>
        <p:spPr>
          <a:xfrm>
            <a:off x="685800" y="4343400"/>
            <a:ext cx="5485680" cy="4114080"/>
          </a:xfrm>
          <a:prstGeom prst="rect">
            <a:avLst/>
          </a:prstGeom>
        </p:spPr>
        <p:txBody>
          <a:bodyPr lIns="0" tIns="0" rIns="0" bIns="0"/>
          <a:lstStyle/>
          <a:p>
            <a:endParaRPr lang="en-US" sz="2000" b="0" strike="noStrike" spc="-1">
              <a:solidFill>
                <a:srgbClr val="000000"/>
              </a:solidFill>
              <a:uFill>
                <a:solidFill>
                  <a:srgbClr val="FFFFFF"/>
                </a:solidFill>
              </a:u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6"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8"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9" name="PlaceHolder 3"/>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3"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4" name="PlaceHolder 3"/>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5" name="PlaceHolder 4"/>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7"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29"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1"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2"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3" name="PlaceHolder 4"/>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5" name="PlaceHolder 2"/>
          <p:cNvSpPr>
            <a:spLocks noGrp="1"/>
          </p:cNvSpPr>
          <p:nvPr>
            <p:ph type="body"/>
          </p:nvPr>
        </p:nvSpPr>
        <p:spPr>
          <a:xfrm>
            <a:off x="457200" y="160452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6" name="PlaceHolder 3"/>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0"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1" name="PlaceHolder 5"/>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43"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44" name="PlaceHolder 3"/>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45" name="Picture 44"/>
          <p:cNvPicPr/>
          <p:nvPr/>
        </p:nvPicPr>
        <p:blipFill>
          <a:blip r:embed="rId2"/>
          <a:stretch/>
        </p:blipFill>
        <p:spPr>
          <a:xfrm>
            <a:off x="2079000" y="1604520"/>
            <a:ext cx="4984920" cy="3977280"/>
          </a:xfrm>
          <a:prstGeom prst="rect">
            <a:avLst/>
          </a:prstGeom>
          <a:ln>
            <a:noFill/>
          </a:ln>
        </p:spPr>
      </p:pic>
      <p:pic>
        <p:nvPicPr>
          <p:cNvPr id="46" name="Picture 45"/>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6"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8"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0"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1" name="PlaceHolder 3"/>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5"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6" name="PlaceHolder 3"/>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67" name="PlaceHolder 4"/>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69"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0"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1"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3"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4"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5" name="PlaceHolder 4"/>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7" name="PlaceHolder 2"/>
          <p:cNvSpPr>
            <a:spLocks noGrp="1"/>
          </p:cNvSpPr>
          <p:nvPr>
            <p:ph type="body"/>
          </p:nvPr>
        </p:nvSpPr>
        <p:spPr>
          <a:xfrm>
            <a:off x="457200" y="160452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78" name="PlaceHolder 3"/>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0"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1"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2"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3" name="PlaceHolder 5"/>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85"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86" name="PlaceHolder 3"/>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87" name="Picture 86"/>
          <p:cNvPicPr/>
          <p:nvPr/>
        </p:nvPicPr>
        <p:blipFill>
          <a:blip r:embed="rId2"/>
          <a:stretch/>
        </p:blipFill>
        <p:spPr>
          <a:xfrm>
            <a:off x="2079000" y="1604520"/>
            <a:ext cx="4984920" cy="3977280"/>
          </a:xfrm>
          <a:prstGeom prst="rect">
            <a:avLst/>
          </a:prstGeom>
          <a:ln>
            <a:noFill/>
          </a:ln>
        </p:spPr>
      </p:pic>
      <p:pic>
        <p:nvPicPr>
          <p:cNvPr id="88" name="Picture 87"/>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9"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1"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3"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04" name="PlaceHolder 3"/>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6"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08"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09" name="PlaceHolder 3"/>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0" name="PlaceHolder 4"/>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12"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3"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4"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16"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7"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18" name="PlaceHolder 4"/>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0" name="PlaceHolder 2"/>
          <p:cNvSpPr>
            <a:spLocks noGrp="1"/>
          </p:cNvSpPr>
          <p:nvPr>
            <p:ph type="body"/>
          </p:nvPr>
        </p:nvSpPr>
        <p:spPr>
          <a:xfrm>
            <a:off x="457200" y="160452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1" name="PlaceHolder 3"/>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3"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4"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5"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6" name="PlaceHolder 5"/>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8"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29" name="PlaceHolder 3"/>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130" name="Picture 129"/>
          <p:cNvPicPr/>
          <p:nvPr/>
        </p:nvPicPr>
        <p:blipFill>
          <a:blip r:embed="rId2"/>
          <a:stretch/>
        </p:blipFill>
        <p:spPr>
          <a:xfrm>
            <a:off x="2079000" y="1604520"/>
            <a:ext cx="4984920" cy="3977280"/>
          </a:xfrm>
          <a:prstGeom prst="rect">
            <a:avLst/>
          </a:prstGeom>
          <a:ln>
            <a:noFill/>
          </a:ln>
        </p:spPr>
      </p:pic>
      <p:pic>
        <p:nvPicPr>
          <p:cNvPr id="131" name="Picture 130"/>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1"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3"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5"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46" name="PlaceHolder 3"/>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8"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50"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51" name="PlaceHolder 3"/>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52" name="PlaceHolder 4"/>
          <p:cNvSpPr>
            <a:spLocks noGrp="1"/>
          </p:cNvSpPr>
          <p:nvPr>
            <p:ph type="body"/>
          </p:nvPr>
        </p:nvSpPr>
        <p:spPr>
          <a:xfrm>
            <a:off x="467424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54" name="PlaceHolder 2"/>
          <p:cNvSpPr>
            <a:spLocks noGrp="1"/>
          </p:cNvSpPr>
          <p:nvPr>
            <p:ph type="body"/>
          </p:nvPr>
        </p:nvSpPr>
        <p:spPr>
          <a:xfrm>
            <a:off x="457200" y="1604520"/>
            <a:ext cx="401580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55"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56"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58"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59"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60" name="PlaceHolder 4"/>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62" name="PlaceHolder 2"/>
          <p:cNvSpPr>
            <a:spLocks noGrp="1"/>
          </p:cNvSpPr>
          <p:nvPr>
            <p:ph type="body"/>
          </p:nvPr>
        </p:nvSpPr>
        <p:spPr>
          <a:xfrm>
            <a:off x="457200" y="160452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63" name="PlaceHolder 3"/>
          <p:cNvSpPr>
            <a:spLocks noGrp="1"/>
          </p:cNvSpPr>
          <p:nvPr>
            <p:ph type="body"/>
          </p:nvPr>
        </p:nvSpPr>
        <p:spPr>
          <a:xfrm>
            <a:off x="457200" y="3682080"/>
            <a:ext cx="822924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65" name="PlaceHolder 2"/>
          <p:cNvSpPr>
            <a:spLocks noGrp="1"/>
          </p:cNvSpPr>
          <p:nvPr>
            <p:ph type="body"/>
          </p:nvPr>
        </p:nvSpPr>
        <p:spPr>
          <a:xfrm>
            <a:off x="45720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66" name="PlaceHolder 3"/>
          <p:cNvSpPr>
            <a:spLocks noGrp="1"/>
          </p:cNvSpPr>
          <p:nvPr>
            <p:ph type="body"/>
          </p:nvPr>
        </p:nvSpPr>
        <p:spPr>
          <a:xfrm>
            <a:off x="4674240" y="160452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67" name="PlaceHolder 4"/>
          <p:cNvSpPr>
            <a:spLocks noGrp="1"/>
          </p:cNvSpPr>
          <p:nvPr>
            <p:ph type="body"/>
          </p:nvPr>
        </p:nvSpPr>
        <p:spPr>
          <a:xfrm>
            <a:off x="467424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68" name="PlaceHolder 5"/>
          <p:cNvSpPr>
            <a:spLocks noGrp="1"/>
          </p:cNvSpPr>
          <p:nvPr>
            <p:ph type="body"/>
          </p:nvPr>
        </p:nvSpPr>
        <p:spPr>
          <a:xfrm>
            <a:off x="457200" y="3682080"/>
            <a:ext cx="4015800" cy="189684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70" name="PlaceHolder 2"/>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sp>
        <p:nvSpPr>
          <p:cNvPr id="171" name="PlaceHolder 3"/>
          <p:cNvSpPr>
            <a:spLocks noGrp="1"/>
          </p:cNvSpPr>
          <p:nvPr>
            <p:ph type="body"/>
          </p:nvPr>
        </p:nvSpPr>
        <p:spPr>
          <a:xfrm>
            <a:off x="457200" y="1604520"/>
            <a:ext cx="8229240" cy="3977280"/>
          </a:xfrm>
          <a:prstGeom prst="rect">
            <a:avLst/>
          </a:prstGeom>
        </p:spPr>
        <p:txBody>
          <a:bodyPr lIns="0" tIns="0" rIns="0" bIns="0"/>
          <a:lstStyle/>
          <a:p>
            <a:endParaRPr lang="en-US" sz="3200" b="0" strike="noStrike" spc="-1">
              <a:solidFill>
                <a:srgbClr val="000000"/>
              </a:solidFill>
              <a:uFill>
                <a:solidFill>
                  <a:srgbClr val="FFFFFF"/>
                </a:solidFill>
              </a:uFill>
              <a:latin typeface="Arial"/>
            </a:endParaRPr>
          </a:p>
        </p:txBody>
      </p:sp>
      <p:pic>
        <p:nvPicPr>
          <p:cNvPr id="172" name="Picture 171"/>
          <p:cNvPicPr/>
          <p:nvPr/>
        </p:nvPicPr>
        <p:blipFill>
          <a:blip r:embed="rId2"/>
          <a:stretch/>
        </p:blipFill>
        <p:spPr>
          <a:xfrm>
            <a:off x="2079000" y="1604520"/>
            <a:ext cx="4984920" cy="3977280"/>
          </a:xfrm>
          <a:prstGeom prst="rect">
            <a:avLst/>
          </a:prstGeom>
          <a:ln>
            <a:noFill/>
          </a:ln>
        </p:spPr>
      </p:pic>
      <p:pic>
        <p:nvPicPr>
          <p:cNvPr id="173" name="Picture 172"/>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2.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CustomShape 1" hidden="1"/>
          <p:cNvSpPr/>
          <p:nvPr/>
        </p:nvSpPr>
        <p:spPr>
          <a:xfrm>
            <a:off x="0" y="1378080"/>
            <a:ext cx="2133000" cy="100800"/>
          </a:xfrm>
          <a:prstGeom prst="rect">
            <a:avLst/>
          </a:prstGeom>
          <a:solidFill>
            <a:srgbClr val="CCCC99"/>
          </a:solidFill>
          <a:ln w="9360">
            <a:noFill/>
          </a:ln>
        </p:spPr>
        <p:style>
          <a:lnRef idx="0">
            <a:scrgbClr r="0" g="0" b="0"/>
          </a:lnRef>
          <a:fillRef idx="0">
            <a:scrgbClr r="0" g="0" b="0"/>
          </a:fillRef>
          <a:effectRef idx="0">
            <a:scrgbClr r="0" g="0" b="0"/>
          </a:effectRef>
          <a:fontRef idx="minor"/>
        </p:style>
      </p:sp>
      <p:sp>
        <p:nvSpPr>
          <p:cNvPr id="14" name="CustomShape 2" hidden="1"/>
          <p:cNvSpPr/>
          <p:nvPr/>
        </p:nvSpPr>
        <p:spPr>
          <a:xfrm>
            <a:off x="1447920" y="1378080"/>
            <a:ext cx="7238160" cy="100800"/>
          </a:xfrm>
          <a:prstGeom prst="rect">
            <a:avLst/>
          </a:prstGeom>
          <a:gradFill>
            <a:gsLst>
              <a:gs pos="0">
                <a:srgbClr val="CCCC99"/>
              </a:gs>
              <a:gs pos="100000">
                <a:srgbClr val="FFFFFF"/>
              </a:gs>
            </a:gsLst>
            <a:lin ang="0"/>
          </a:gradFill>
          <a:ln w="9360">
            <a:noFill/>
          </a:ln>
        </p:spPr>
        <p:style>
          <a:lnRef idx="0">
            <a:scrgbClr r="0" g="0" b="0"/>
          </a:lnRef>
          <a:fillRef idx="0">
            <a:scrgbClr r="0" g="0" b="0"/>
          </a:fillRef>
          <a:effectRef idx="0">
            <a:scrgbClr r="0" g="0" b="0"/>
          </a:effectRef>
          <a:fontRef idx="minor"/>
        </p:style>
      </p:sp>
      <p:sp>
        <p:nvSpPr>
          <p:cNvPr id="2" name="CustomShape 3" hidden="1"/>
          <p:cNvSpPr/>
          <p:nvPr/>
        </p:nvSpPr>
        <p:spPr>
          <a:xfrm>
            <a:off x="838080" y="561960"/>
            <a:ext cx="151560" cy="1065960"/>
          </a:xfrm>
          <a:custGeom>
            <a:avLst/>
            <a:gdLst/>
            <a:ahLst/>
            <a:cxnLst/>
            <a:rect l="l" t="t" r="r" b="b"/>
            <a:pathLst>
              <a:path w="1000" h="1000">
                <a:moveTo>
                  <a:pt x="1000" y="1000"/>
                </a:moveTo>
                <a:lnTo>
                  <a:pt x="0" y="1000"/>
                </a:lnTo>
                <a:lnTo>
                  <a:pt x="0" y="0"/>
                </a:lnTo>
                <a:lnTo>
                  <a:pt x="1000" y="0"/>
                </a:lnTo>
              </a:path>
            </a:pathLst>
          </a:custGeom>
          <a:noFill/>
          <a:ln w="76320">
            <a:solidFill>
              <a:srgbClr val="000000"/>
            </a:solidFill>
            <a:miter/>
          </a:ln>
        </p:spPr>
        <p:style>
          <a:lnRef idx="0">
            <a:scrgbClr r="0" g="0" b="0"/>
          </a:lnRef>
          <a:fillRef idx="0">
            <a:scrgbClr r="0" g="0" b="0"/>
          </a:fillRef>
          <a:effectRef idx="0">
            <a:scrgbClr r="0" g="0" b="0"/>
          </a:effectRef>
          <a:fontRef idx="minor"/>
        </p:style>
      </p:sp>
      <p:sp>
        <p:nvSpPr>
          <p:cNvPr id="3" name="CustomShape 4" hidden="1"/>
          <p:cNvSpPr/>
          <p:nvPr/>
        </p:nvSpPr>
        <p:spPr>
          <a:xfrm>
            <a:off x="8263080" y="270000"/>
            <a:ext cx="151560" cy="1072440"/>
          </a:xfrm>
          <a:custGeom>
            <a:avLst/>
            <a:gdLst/>
            <a:ahLst/>
            <a:cxnLst/>
            <a:rect l="l" t="t" r="r" b="b"/>
            <a:pathLst>
              <a:path w="1000" h="1000">
                <a:moveTo>
                  <a:pt x="0" y="0"/>
                </a:moveTo>
                <a:lnTo>
                  <a:pt x="1000" y="0"/>
                </a:lnTo>
                <a:lnTo>
                  <a:pt x="1000" y="1000"/>
                </a:lnTo>
                <a:lnTo>
                  <a:pt x="0" y="1000"/>
                </a:lnTo>
              </a:path>
            </a:pathLst>
          </a:custGeom>
          <a:noFill/>
          <a:ln w="76320">
            <a:solidFill>
              <a:srgbClr val="CC9900"/>
            </a:solidFill>
            <a:miter/>
          </a:ln>
        </p:spPr>
        <p:style>
          <a:lnRef idx="0">
            <a:scrgbClr r="0" g="0" b="0"/>
          </a:lnRef>
          <a:fillRef idx="0">
            <a:scrgbClr r="0" g="0" b="0"/>
          </a:fillRef>
          <a:effectRef idx="0">
            <a:scrgbClr r="0" g="0" b="0"/>
          </a:effectRef>
          <a:fontRef idx="minor"/>
        </p:style>
      </p:sp>
      <p:pic>
        <p:nvPicPr>
          <p:cNvPr id="4" name="Picture 18"/>
          <p:cNvPicPr/>
          <p:nvPr/>
        </p:nvPicPr>
        <p:blipFill>
          <a:blip r:embed="rId14"/>
          <a:stretch/>
        </p:blipFill>
        <p:spPr>
          <a:xfrm>
            <a:off x="971640" y="6143760"/>
            <a:ext cx="1223280" cy="573840"/>
          </a:xfrm>
          <a:prstGeom prst="rect">
            <a:avLst/>
          </a:prstGeom>
          <a:ln w="9360">
            <a:noFill/>
          </a:ln>
        </p:spPr>
      </p:pic>
      <p:pic>
        <p:nvPicPr>
          <p:cNvPr id="5" name="Picture 12"/>
          <p:cNvPicPr/>
          <p:nvPr/>
        </p:nvPicPr>
        <p:blipFill>
          <a:blip r:embed="rId15"/>
          <a:stretch/>
        </p:blipFill>
        <p:spPr>
          <a:xfrm>
            <a:off x="7643880" y="6143760"/>
            <a:ext cx="785160" cy="570960"/>
          </a:xfrm>
          <a:prstGeom prst="rect">
            <a:avLst/>
          </a:prstGeom>
          <a:ln w="9360">
            <a:noFill/>
          </a:ln>
        </p:spPr>
      </p:pic>
      <p:sp>
        <p:nvSpPr>
          <p:cNvPr id="6" name="CustomShape 5"/>
          <p:cNvSpPr/>
          <p:nvPr/>
        </p:nvSpPr>
        <p:spPr>
          <a:xfrm>
            <a:off x="228600" y="914400"/>
            <a:ext cx="2513880" cy="2513880"/>
          </a:xfrm>
          <a:prstGeom prst="ellipse">
            <a:avLst/>
          </a:prstGeom>
          <a:noFill/>
          <a:ln w="12600">
            <a:solidFill>
              <a:srgbClr val="CC9900"/>
            </a:solidFill>
            <a:round/>
          </a:ln>
        </p:spPr>
        <p:style>
          <a:lnRef idx="0">
            <a:scrgbClr r="0" g="0" b="0"/>
          </a:lnRef>
          <a:fillRef idx="0">
            <a:scrgbClr r="0" g="0" b="0"/>
          </a:fillRef>
          <a:effectRef idx="0">
            <a:scrgbClr r="0" g="0" b="0"/>
          </a:effectRef>
          <a:fontRef idx="minor"/>
        </p:style>
      </p:sp>
      <p:sp>
        <p:nvSpPr>
          <p:cNvPr id="7" name="CustomShape 6"/>
          <p:cNvSpPr/>
          <p:nvPr/>
        </p:nvSpPr>
        <p:spPr>
          <a:xfrm>
            <a:off x="0" y="1676520"/>
            <a:ext cx="4723560" cy="1142280"/>
          </a:xfrm>
          <a:prstGeom prst="rect">
            <a:avLst/>
          </a:prstGeom>
          <a:solidFill>
            <a:srgbClr val="CCCC99"/>
          </a:solidFill>
          <a:ln w="9360">
            <a:noFill/>
          </a:ln>
        </p:spPr>
        <p:style>
          <a:lnRef idx="0">
            <a:scrgbClr r="0" g="0" b="0"/>
          </a:lnRef>
          <a:fillRef idx="0">
            <a:scrgbClr r="0" g="0" b="0"/>
          </a:fillRef>
          <a:effectRef idx="0">
            <a:scrgbClr r="0" g="0" b="0"/>
          </a:effectRef>
          <a:fontRef idx="minor"/>
        </p:style>
      </p:sp>
      <p:sp>
        <p:nvSpPr>
          <p:cNvPr id="8" name="CustomShape 7"/>
          <p:cNvSpPr/>
          <p:nvPr/>
        </p:nvSpPr>
        <p:spPr>
          <a:xfrm>
            <a:off x="3962520" y="1676520"/>
            <a:ext cx="4723560" cy="1142280"/>
          </a:xfrm>
          <a:prstGeom prst="rect">
            <a:avLst/>
          </a:prstGeom>
          <a:gradFill>
            <a:gsLst>
              <a:gs pos="0">
                <a:srgbClr val="CCCC99"/>
              </a:gs>
              <a:gs pos="100000">
                <a:srgbClr val="FFFFFF"/>
              </a:gs>
            </a:gsLst>
            <a:lin ang="0"/>
          </a:gradFill>
          <a:ln w="9360">
            <a:noFill/>
          </a:ln>
        </p:spPr>
        <p:style>
          <a:lnRef idx="0">
            <a:scrgbClr r="0" g="0" b="0"/>
          </a:lnRef>
          <a:fillRef idx="0">
            <a:scrgbClr r="0" g="0" b="0"/>
          </a:fillRef>
          <a:effectRef idx="0">
            <a:scrgbClr r="0" g="0" b="0"/>
          </a:effectRef>
          <a:fontRef idx="minor"/>
        </p:style>
      </p:sp>
      <p:sp>
        <p:nvSpPr>
          <p:cNvPr id="9" name="CustomShape 8"/>
          <p:cNvSpPr/>
          <p:nvPr/>
        </p:nvSpPr>
        <p:spPr>
          <a:xfrm>
            <a:off x="609480" y="1523880"/>
            <a:ext cx="227880" cy="1448640"/>
          </a:xfrm>
          <a:custGeom>
            <a:avLst/>
            <a:gdLst/>
            <a:ahLst/>
            <a:cxnLst/>
            <a:rect l="l" t="t" r="r" b="b"/>
            <a:pathLst>
              <a:path w="1000" h="1000">
                <a:moveTo>
                  <a:pt x="1000" y="1000"/>
                </a:moveTo>
                <a:lnTo>
                  <a:pt x="0" y="1000"/>
                </a:lnTo>
                <a:lnTo>
                  <a:pt x="0" y="0"/>
                </a:lnTo>
                <a:lnTo>
                  <a:pt x="1000" y="0"/>
                </a:lnTo>
              </a:path>
            </a:pathLst>
          </a:custGeom>
          <a:noFill/>
          <a:ln w="76320">
            <a:solidFill>
              <a:srgbClr val="000000"/>
            </a:solidFill>
            <a:miter/>
          </a:ln>
        </p:spPr>
        <p:style>
          <a:lnRef idx="0">
            <a:scrgbClr r="0" g="0" b="0"/>
          </a:lnRef>
          <a:fillRef idx="0">
            <a:scrgbClr r="0" g="0" b="0"/>
          </a:fillRef>
          <a:effectRef idx="0">
            <a:scrgbClr r="0" g="0" b="0"/>
          </a:effectRef>
          <a:fontRef idx="minor"/>
        </p:style>
      </p:sp>
      <p:sp>
        <p:nvSpPr>
          <p:cNvPr id="10" name="CustomShape 9"/>
          <p:cNvSpPr/>
          <p:nvPr/>
        </p:nvSpPr>
        <p:spPr>
          <a:xfrm>
            <a:off x="7848720" y="1209600"/>
            <a:ext cx="261360" cy="1370880"/>
          </a:xfrm>
          <a:custGeom>
            <a:avLst/>
            <a:gdLst/>
            <a:ahLst/>
            <a:cxnLst/>
            <a:rect l="l" t="t" r="r" b="b"/>
            <a:pathLst>
              <a:path w="1000" h="1000">
                <a:moveTo>
                  <a:pt x="0" y="0"/>
                </a:moveTo>
                <a:lnTo>
                  <a:pt x="1000" y="0"/>
                </a:lnTo>
                <a:lnTo>
                  <a:pt x="1000" y="1000"/>
                </a:lnTo>
                <a:lnTo>
                  <a:pt x="0" y="1000"/>
                </a:lnTo>
              </a:path>
            </a:pathLst>
          </a:custGeom>
          <a:noFill/>
          <a:ln w="76320">
            <a:solidFill>
              <a:srgbClr val="CC9900"/>
            </a:solidFill>
            <a:miter/>
          </a:ln>
        </p:spPr>
        <p:style>
          <a:lnRef idx="0">
            <a:scrgbClr r="0" g="0" b="0"/>
          </a:lnRef>
          <a:fillRef idx="0">
            <a:scrgbClr r="0" g="0" b="0"/>
          </a:fillRef>
          <a:effectRef idx="0">
            <a:scrgbClr r="0" g="0" b="0"/>
          </a:effectRef>
          <a:fontRef idx="minor"/>
        </p:style>
      </p:sp>
      <p:sp>
        <p:nvSpPr>
          <p:cNvPr id="11" name="PlaceHolder 10"/>
          <p:cNvSpPr>
            <a:spLocks noGrp="1"/>
          </p:cNvSpPr>
          <p:nvPr>
            <p:ph type="title"/>
          </p:nvPr>
        </p:nvSpPr>
        <p:spPr>
          <a:xfrm>
            <a:off x="932040" y="230400"/>
            <a:ext cx="7157160" cy="114516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2" name="PlaceHolder 11"/>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CustomShape 1"/>
          <p:cNvSpPr/>
          <p:nvPr/>
        </p:nvSpPr>
        <p:spPr>
          <a:xfrm>
            <a:off x="0" y="1378080"/>
            <a:ext cx="2133000" cy="100800"/>
          </a:xfrm>
          <a:prstGeom prst="rect">
            <a:avLst/>
          </a:prstGeom>
          <a:solidFill>
            <a:srgbClr val="CCCC99"/>
          </a:solidFill>
          <a:ln w="9360">
            <a:noFill/>
          </a:ln>
        </p:spPr>
        <p:style>
          <a:lnRef idx="0">
            <a:scrgbClr r="0" g="0" b="0"/>
          </a:lnRef>
          <a:fillRef idx="0">
            <a:scrgbClr r="0" g="0" b="0"/>
          </a:fillRef>
          <a:effectRef idx="0">
            <a:scrgbClr r="0" g="0" b="0"/>
          </a:effectRef>
          <a:fontRef idx="minor"/>
        </p:style>
      </p:sp>
      <p:sp>
        <p:nvSpPr>
          <p:cNvPr id="48" name="CustomShape 2"/>
          <p:cNvSpPr/>
          <p:nvPr/>
        </p:nvSpPr>
        <p:spPr>
          <a:xfrm>
            <a:off x="1447920" y="1378080"/>
            <a:ext cx="7238160" cy="100800"/>
          </a:xfrm>
          <a:prstGeom prst="rect">
            <a:avLst/>
          </a:prstGeom>
          <a:gradFill>
            <a:gsLst>
              <a:gs pos="0">
                <a:srgbClr val="CCCC99"/>
              </a:gs>
              <a:gs pos="100000">
                <a:srgbClr val="FFFFFF"/>
              </a:gs>
            </a:gsLst>
            <a:lin ang="0"/>
          </a:gradFill>
          <a:ln w="9360">
            <a:noFill/>
          </a:ln>
        </p:spPr>
        <p:style>
          <a:lnRef idx="0">
            <a:scrgbClr r="0" g="0" b="0"/>
          </a:lnRef>
          <a:fillRef idx="0">
            <a:scrgbClr r="0" g="0" b="0"/>
          </a:fillRef>
          <a:effectRef idx="0">
            <a:scrgbClr r="0" g="0" b="0"/>
          </a:effectRef>
          <a:fontRef idx="minor"/>
        </p:style>
      </p:sp>
      <p:sp>
        <p:nvSpPr>
          <p:cNvPr id="49" name="CustomShape 3"/>
          <p:cNvSpPr/>
          <p:nvPr/>
        </p:nvSpPr>
        <p:spPr>
          <a:xfrm>
            <a:off x="838080" y="561960"/>
            <a:ext cx="151560" cy="1065960"/>
          </a:xfrm>
          <a:custGeom>
            <a:avLst/>
            <a:gdLst/>
            <a:ahLst/>
            <a:cxnLst/>
            <a:rect l="l" t="t" r="r" b="b"/>
            <a:pathLst>
              <a:path w="1000" h="1000">
                <a:moveTo>
                  <a:pt x="1000" y="1000"/>
                </a:moveTo>
                <a:lnTo>
                  <a:pt x="0" y="1000"/>
                </a:lnTo>
                <a:lnTo>
                  <a:pt x="0" y="0"/>
                </a:lnTo>
                <a:lnTo>
                  <a:pt x="1000" y="0"/>
                </a:lnTo>
              </a:path>
            </a:pathLst>
          </a:custGeom>
          <a:noFill/>
          <a:ln w="76320">
            <a:solidFill>
              <a:srgbClr val="000000"/>
            </a:solidFill>
            <a:miter/>
          </a:ln>
        </p:spPr>
        <p:style>
          <a:lnRef idx="0">
            <a:scrgbClr r="0" g="0" b="0"/>
          </a:lnRef>
          <a:fillRef idx="0">
            <a:scrgbClr r="0" g="0" b="0"/>
          </a:fillRef>
          <a:effectRef idx="0">
            <a:scrgbClr r="0" g="0" b="0"/>
          </a:effectRef>
          <a:fontRef idx="minor"/>
        </p:style>
      </p:sp>
      <p:sp>
        <p:nvSpPr>
          <p:cNvPr id="50" name="CustomShape 4"/>
          <p:cNvSpPr/>
          <p:nvPr/>
        </p:nvSpPr>
        <p:spPr>
          <a:xfrm>
            <a:off x="8263080" y="270000"/>
            <a:ext cx="151560" cy="1072440"/>
          </a:xfrm>
          <a:custGeom>
            <a:avLst/>
            <a:gdLst/>
            <a:ahLst/>
            <a:cxnLst/>
            <a:rect l="l" t="t" r="r" b="b"/>
            <a:pathLst>
              <a:path w="1000" h="1000">
                <a:moveTo>
                  <a:pt x="0" y="0"/>
                </a:moveTo>
                <a:lnTo>
                  <a:pt x="1000" y="0"/>
                </a:lnTo>
                <a:lnTo>
                  <a:pt x="1000" y="1000"/>
                </a:lnTo>
                <a:lnTo>
                  <a:pt x="0" y="1000"/>
                </a:lnTo>
              </a:path>
            </a:pathLst>
          </a:custGeom>
          <a:noFill/>
          <a:ln w="76320">
            <a:solidFill>
              <a:srgbClr val="CC9900"/>
            </a:solidFill>
            <a:miter/>
          </a:ln>
        </p:spPr>
        <p:style>
          <a:lnRef idx="0">
            <a:scrgbClr r="0" g="0" b="0"/>
          </a:lnRef>
          <a:fillRef idx="0">
            <a:scrgbClr r="0" g="0" b="0"/>
          </a:fillRef>
          <a:effectRef idx="0">
            <a:scrgbClr r="0" g="0" b="0"/>
          </a:effectRef>
          <a:fontRef idx="minor"/>
        </p:style>
      </p:sp>
      <p:pic>
        <p:nvPicPr>
          <p:cNvPr id="51" name="Picture 18"/>
          <p:cNvPicPr/>
          <p:nvPr/>
        </p:nvPicPr>
        <p:blipFill>
          <a:blip r:embed="rId14"/>
          <a:stretch/>
        </p:blipFill>
        <p:spPr>
          <a:xfrm>
            <a:off x="971640" y="6143760"/>
            <a:ext cx="1223280" cy="573840"/>
          </a:xfrm>
          <a:prstGeom prst="rect">
            <a:avLst/>
          </a:prstGeom>
          <a:ln w="9360">
            <a:noFill/>
          </a:ln>
        </p:spPr>
      </p:pic>
      <p:pic>
        <p:nvPicPr>
          <p:cNvPr id="52" name="Picture 12"/>
          <p:cNvPicPr/>
          <p:nvPr/>
        </p:nvPicPr>
        <p:blipFill>
          <a:blip r:embed="rId15"/>
          <a:stretch/>
        </p:blipFill>
        <p:spPr>
          <a:xfrm>
            <a:off x="7643880" y="6143760"/>
            <a:ext cx="785160" cy="570960"/>
          </a:xfrm>
          <a:prstGeom prst="rect">
            <a:avLst/>
          </a:prstGeom>
          <a:ln w="9360">
            <a:noFill/>
          </a:ln>
        </p:spPr>
      </p:pic>
      <p:sp>
        <p:nvSpPr>
          <p:cNvPr id="53" name="PlaceHolder 5"/>
          <p:cNvSpPr>
            <a:spLocks noGrp="1"/>
          </p:cNvSpPr>
          <p:nvPr>
            <p:ph type="title"/>
          </p:nvPr>
        </p:nvSpPr>
        <p:spPr>
          <a:xfrm>
            <a:off x="457200" y="273600"/>
            <a:ext cx="8229240" cy="1144800"/>
          </a:xfrm>
          <a:prstGeom prst="rect">
            <a:avLst/>
          </a:prstGeom>
        </p:spPr>
        <p:txBody>
          <a:bodyPr lIns="0" tIns="0" rIns="0" bIns="0" anchor="ctr"/>
          <a:lstStyle/>
          <a:p>
            <a:pPr algn="ctr"/>
            <a:r>
              <a:rPr lang="en-US" sz="4400" b="0" strike="noStrike" spc="-1">
                <a:solidFill>
                  <a:srgbClr val="000000"/>
                </a:solidFill>
                <a:uFill>
                  <a:solidFill>
                    <a:srgbClr val="FFFFFF"/>
                  </a:solidFill>
                </a:uFill>
                <a:latin typeface="Arial"/>
              </a:rPr>
              <a:t>Click to edit the title text format</a:t>
            </a:r>
          </a:p>
        </p:txBody>
      </p:sp>
      <p:sp>
        <p:nvSpPr>
          <p:cNvPr id="54" name="PlaceHolder 6"/>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CustomShape 1"/>
          <p:cNvSpPr/>
          <p:nvPr/>
        </p:nvSpPr>
        <p:spPr>
          <a:xfrm>
            <a:off x="0" y="1378080"/>
            <a:ext cx="2133000" cy="100800"/>
          </a:xfrm>
          <a:prstGeom prst="rect">
            <a:avLst/>
          </a:prstGeom>
          <a:solidFill>
            <a:srgbClr val="CCCC99"/>
          </a:solidFill>
          <a:ln w="9360">
            <a:noFill/>
          </a:ln>
        </p:spPr>
        <p:style>
          <a:lnRef idx="0">
            <a:scrgbClr r="0" g="0" b="0"/>
          </a:lnRef>
          <a:fillRef idx="0">
            <a:scrgbClr r="0" g="0" b="0"/>
          </a:fillRef>
          <a:effectRef idx="0">
            <a:scrgbClr r="0" g="0" b="0"/>
          </a:effectRef>
          <a:fontRef idx="minor"/>
        </p:style>
      </p:sp>
      <p:sp>
        <p:nvSpPr>
          <p:cNvPr id="90" name="CustomShape 2"/>
          <p:cNvSpPr/>
          <p:nvPr/>
        </p:nvSpPr>
        <p:spPr>
          <a:xfrm>
            <a:off x="1447920" y="1378080"/>
            <a:ext cx="7238160" cy="100800"/>
          </a:xfrm>
          <a:prstGeom prst="rect">
            <a:avLst/>
          </a:prstGeom>
          <a:gradFill>
            <a:gsLst>
              <a:gs pos="0">
                <a:srgbClr val="CCCC99"/>
              </a:gs>
              <a:gs pos="100000">
                <a:srgbClr val="FFFFFF"/>
              </a:gs>
            </a:gsLst>
            <a:lin ang="0"/>
          </a:gradFill>
          <a:ln w="9360">
            <a:noFill/>
          </a:ln>
        </p:spPr>
        <p:style>
          <a:lnRef idx="0">
            <a:scrgbClr r="0" g="0" b="0"/>
          </a:lnRef>
          <a:fillRef idx="0">
            <a:scrgbClr r="0" g="0" b="0"/>
          </a:fillRef>
          <a:effectRef idx="0">
            <a:scrgbClr r="0" g="0" b="0"/>
          </a:effectRef>
          <a:fontRef idx="minor"/>
        </p:style>
      </p:sp>
      <p:sp>
        <p:nvSpPr>
          <p:cNvPr id="91" name="CustomShape 3"/>
          <p:cNvSpPr/>
          <p:nvPr/>
        </p:nvSpPr>
        <p:spPr>
          <a:xfrm>
            <a:off x="838080" y="561960"/>
            <a:ext cx="151560" cy="1065960"/>
          </a:xfrm>
          <a:custGeom>
            <a:avLst/>
            <a:gdLst/>
            <a:ahLst/>
            <a:cxnLst/>
            <a:rect l="l" t="t" r="r" b="b"/>
            <a:pathLst>
              <a:path w="1000" h="1000">
                <a:moveTo>
                  <a:pt x="1000" y="1000"/>
                </a:moveTo>
                <a:lnTo>
                  <a:pt x="0" y="1000"/>
                </a:lnTo>
                <a:lnTo>
                  <a:pt x="0" y="0"/>
                </a:lnTo>
                <a:lnTo>
                  <a:pt x="1000" y="0"/>
                </a:lnTo>
              </a:path>
            </a:pathLst>
          </a:custGeom>
          <a:noFill/>
          <a:ln w="76320">
            <a:solidFill>
              <a:srgbClr val="000000"/>
            </a:solidFill>
            <a:miter/>
          </a:ln>
        </p:spPr>
        <p:style>
          <a:lnRef idx="0">
            <a:scrgbClr r="0" g="0" b="0"/>
          </a:lnRef>
          <a:fillRef idx="0">
            <a:scrgbClr r="0" g="0" b="0"/>
          </a:fillRef>
          <a:effectRef idx="0">
            <a:scrgbClr r="0" g="0" b="0"/>
          </a:effectRef>
          <a:fontRef idx="minor"/>
        </p:style>
      </p:sp>
      <p:sp>
        <p:nvSpPr>
          <p:cNvPr id="92" name="CustomShape 4"/>
          <p:cNvSpPr/>
          <p:nvPr/>
        </p:nvSpPr>
        <p:spPr>
          <a:xfrm>
            <a:off x="8263080" y="270000"/>
            <a:ext cx="151560" cy="1072440"/>
          </a:xfrm>
          <a:custGeom>
            <a:avLst/>
            <a:gdLst/>
            <a:ahLst/>
            <a:cxnLst/>
            <a:rect l="l" t="t" r="r" b="b"/>
            <a:pathLst>
              <a:path w="1000" h="1000">
                <a:moveTo>
                  <a:pt x="0" y="0"/>
                </a:moveTo>
                <a:lnTo>
                  <a:pt x="1000" y="0"/>
                </a:lnTo>
                <a:lnTo>
                  <a:pt x="1000" y="1000"/>
                </a:lnTo>
                <a:lnTo>
                  <a:pt x="0" y="1000"/>
                </a:lnTo>
              </a:path>
            </a:pathLst>
          </a:custGeom>
          <a:noFill/>
          <a:ln w="76320">
            <a:solidFill>
              <a:srgbClr val="CC9900"/>
            </a:solidFill>
            <a:miter/>
          </a:ln>
        </p:spPr>
        <p:style>
          <a:lnRef idx="0">
            <a:scrgbClr r="0" g="0" b="0"/>
          </a:lnRef>
          <a:fillRef idx="0">
            <a:scrgbClr r="0" g="0" b="0"/>
          </a:fillRef>
          <a:effectRef idx="0">
            <a:scrgbClr r="0" g="0" b="0"/>
          </a:effectRef>
          <a:fontRef idx="minor"/>
        </p:style>
      </p:sp>
      <p:pic>
        <p:nvPicPr>
          <p:cNvPr id="93" name="Picture 18"/>
          <p:cNvPicPr/>
          <p:nvPr/>
        </p:nvPicPr>
        <p:blipFill>
          <a:blip r:embed="rId14"/>
          <a:stretch/>
        </p:blipFill>
        <p:spPr>
          <a:xfrm>
            <a:off x="971640" y="6143760"/>
            <a:ext cx="1223280" cy="573840"/>
          </a:xfrm>
          <a:prstGeom prst="rect">
            <a:avLst/>
          </a:prstGeom>
          <a:ln w="9360">
            <a:noFill/>
          </a:ln>
        </p:spPr>
      </p:pic>
      <p:pic>
        <p:nvPicPr>
          <p:cNvPr id="94" name="Picture 12"/>
          <p:cNvPicPr/>
          <p:nvPr/>
        </p:nvPicPr>
        <p:blipFill>
          <a:blip r:embed="rId15"/>
          <a:stretch/>
        </p:blipFill>
        <p:spPr>
          <a:xfrm>
            <a:off x="7643880" y="6143760"/>
            <a:ext cx="785160" cy="570960"/>
          </a:xfrm>
          <a:prstGeom prst="rect">
            <a:avLst/>
          </a:prstGeom>
          <a:ln w="9360">
            <a:noFill/>
          </a:ln>
        </p:spPr>
      </p:pic>
      <p:sp>
        <p:nvSpPr>
          <p:cNvPr id="95" name="PlaceHolder 5"/>
          <p:cNvSpPr>
            <a:spLocks noGrp="1"/>
          </p:cNvSpPr>
          <p:nvPr>
            <p:ph type="title"/>
          </p:nvPr>
        </p:nvSpPr>
        <p:spPr>
          <a:xfrm>
            <a:off x="932040" y="230400"/>
            <a:ext cx="7157160" cy="114516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6" name="PlaceHolder 6"/>
          <p:cNvSpPr>
            <a:spLocks noGrp="1"/>
          </p:cNvSpPr>
          <p:nvPr>
            <p:ph type="body"/>
          </p:nvPr>
        </p:nvSpPr>
        <p:spPr>
          <a:xfrm>
            <a:off x="949320" y="1981080"/>
            <a:ext cx="3737880" cy="41140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
        <p:nvSpPr>
          <p:cNvPr id="97" name="PlaceHolder 7"/>
          <p:cNvSpPr>
            <a:spLocks noGrp="1"/>
          </p:cNvSpPr>
          <p:nvPr>
            <p:ph type="body"/>
          </p:nvPr>
        </p:nvSpPr>
        <p:spPr>
          <a:xfrm>
            <a:off x="4874760" y="1981080"/>
            <a:ext cx="3737880" cy="41140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 name="CustomShape 1"/>
          <p:cNvSpPr/>
          <p:nvPr/>
        </p:nvSpPr>
        <p:spPr>
          <a:xfrm>
            <a:off x="0" y="1378080"/>
            <a:ext cx="2133000" cy="100800"/>
          </a:xfrm>
          <a:prstGeom prst="rect">
            <a:avLst/>
          </a:prstGeom>
          <a:solidFill>
            <a:srgbClr val="CCCC99"/>
          </a:solidFill>
          <a:ln w="9360">
            <a:noFill/>
          </a:ln>
        </p:spPr>
        <p:style>
          <a:lnRef idx="0">
            <a:scrgbClr r="0" g="0" b="0"/>
          </a:lnRef>
          <a:fillRef idx="0">
            <a:scrgbClr r="0" g="0" b="0"/>
          </a:fillRef>
          <a:effectRef idx="0">
            <a:scrgbClr r="0" g="0" b="0"/>
          </a:effectRef>
          <a:fontRef idx="minor"/>
        </p:style>
      </p:sp>
      <p:sp>
        <p:nvSpPr>
          <p:cNvPr id="133" name="CustomShape 2"/>
          <p:cNvSpPr/>
          <p:nvPr/>
        </p:nvSpPr>
        <p:spPr>
          <a:xfrm>
            <a:off x="1447920" y="1378080"/>
            <a:ext cx="7238160" cy="100800"/>
          </a:xfrm>
          <a:prstGeom prst="rect">
            <a:avLst/>
          </a:prstGeom>
          <a:gradFill>
            <a:gsLst>
              <a:gs pos="0">
                <a:srgbClr val="CCCC99"/>
              </a:gs>
              <a:gs pos="100000">
                <a:srgbClr val="FFFFFF"/>
              </a:gs>
            </a:gsLst>
            <a:lin ang="0"/>
          </a:gradFill>
          <a:ln w="9360">
            <a:noFill/>
          </a:ln>
        </p:spPr>
        <p:style>
          <a:lnRef idx="0">
            <a:scrgbClr r="0" g="0" b="0"/>
          </a:lnRef>
          <a:fillRef idx="0">
            <a:scrgbClr r="0" g="0" b="0"/>
          </a:fillRef>
          <a:effectRef idx="0">
            <a:scrgbClr r="0" g="0" b="0"/>
          </a:effectRef>
          <a:fontRef idx="minor"/>
        </p:style>
      </p:sp>
      <p:sp>
        <p:nvSpPr>
          <p:cNvPr id="134" name="CustomShape 3"/>
          <p:cNvSpPr/>
          <p:nvPr/>
        </p:nvSpPr>
        <p:spPr>
          <a:xfrm>
            <a:off x="838080" y="561960"/>
            <a:ext cx="151560" cy="1065960"/>
          </a:xfrm>
          <a:custGeom>
            <a:avLst/>
            <a:gdLst/>
            <a:ahLst/>
            <a:cxnLst/>
            <a:rect l="l" t="t" r="r" b="b"/>
            <a:pathLst>
              <a:path w="1000" h="1000">
                <a:moveTo>
                  <a:pt x="1000" y="1000"/>
                </a:moveTo>
                <a:lnTo>
                  <a:pt x="0" y="1000"/>
                </a:lnTo>
                <a:lnTo>
                  <a:pt x="0" y="0"/>
                </a:lnTo>
                <a:lnTo>
                  <a:pt x="1000" y="0"/>
                </a:lnTo>
              </a:path>
            </a:pathLst>
          </a:custGeom>
          <a:noFill/>
          <a:ln w="76320">
            <a:solidFill>
              <a:srgbClr val="000000"/>
            </a:solidFill>
            <a:miter/>
          </a:ln>
        </p:spPr>
        <p:style>
          <a:lnRef idx="0">
            <a:scrgbClr r="0" g="0" b="0"/>
          </a:lnRef>
          <a:fillRef idx="0">
            <a:scrgbClr r="0" g="0" b="0"/>
          </a:fillRef>
          <a:effectRef idx="0">
            <a:scrgbClr r="0" g="0" b="0"/>
          </a:effectRef>
          <a:fontRef idx="minor"/>
        </p:style>
      </p:sp>
      <p:sp>
        <p:nvSpPr>
          <p:cNvPr id="135" name="CustomShape 4"/>
          <p:cNvSpPr/>
          <p:nvPr/>
        </p:nvSpPr>
        <p:spPr>
          <a:xfrm>
            <a:off x="8263080" y="270000"/>
            <a:ext cx="151560" cy="1072440"/>
          </a:xfrm>
          <a:custGeom>
            <a:avLst/>
            <a:gdLst/>
            <a:ahLst/>
            <a:cxnLst/>
            <a:rect l="l" t="t" r="r" b="b"/>
            <a:pathLst>
              <a:path w="1000" h="1000">
                <a:moveTo>
                  <a:pt x="0" y="0"/>
                </a:moveTo>
                <a:lnTo>
                  <a:pt x="1000" y="0"/>
                </a:lnTo>
                <a:lnTo>
                  <a:pt x="1000" y="1000"/>
                </a:lnTo>
                <a:lnTo>
                  <a:pt x="0" y="1000"/>
                </a:lnTo>
              </a:path>
            </a:pathLst>
          </a:custGeom>
          <a:noFill/>
          <a:ln w="76320">
            <a:solidFill>
              <a:srgbClr val="CC9900"/>
            </a:solidFill>
            <a:miter/>
          </a:ln>
        </p:spPr>
        <p:style>
          <a:lnRef idx="0">
            <a:scrgbClr r="0" g="0" b="0"/>
          </a:lnRef>
          <a:fillRef idx="0">
            <a:scrgbClr r="0" g="0" b="0"/>
          </a:fillRef>
          <a:effectRef idx="0">
            <a:scrgbClr r="0" g="0" b="0"/>
          </a:effectRef>
          <a:fontRef idx="minor"/>
        </p:style>
      </p:sp>
      <p:pic>
        <p:nvPicPr>
          <p:cNvPr id="136" name="Picture 18"/>
          <p:cNvPicPr/>
          <p:nvPr/>
        </p:nvPicPr>
        <p:blipFill>
          <a:blip r:embed="rId14"/>
          <a:stretch/>
        </p:blipFill>
        <p:spPr>
          <a:xfrm>
            <a:off x="971640" y="6143760"/>
            <a:ext cx="1223280" cy="573840"/>
          </a:xfrm>
          <a:prstGeom prst="rect">
            <a:avLst/>
          </a:prstGeom>
          <a:ln w="9360">
            <a:noFill/>
          </a:ln>
        </p:spPr>
      </p:pic>
      <p:pic>
        <p:nvPicPr>
          <p:cNvPr id="137" name="Picture 12"/>
          <p:cNvPicPr/>
          <p:nvPr/>
        </p:nvPicPr>
        <p:blipFill>
          <a:blip r:embed="rId15"/>
          <a:stretch/>
        </p:blipFill>
        <p:spPr>
          <a:xfrm>
            <a:off x="7643880" y="6143760"/>
            <a:ext cx="785160" cy="570960"/>
          </a:xfrm>
          <a:prstGeom prst="rect">
            <a:avLst/>
          </a:prstGeom>
          <a:ln w="9360">
            <a:noFill/>
          </a:ln>
        </p:spPr>
      </p:pic>
      <p:sp>
        <p:nvSpPr>
          <p:cNvPr id="138" name="PlaceHolder 5"/>
          <p:cNvSpPr>
            <a:spLocks noGrp="1"/>
          </p:cNvSpPr>
          <p:nvPr>
            <p:ph type="title"/>
          </p:nvPr>
        </p:nvSpPr>
        <p:spPr>
          <a:xfrm>
            <a:off x="932040" y="230400"/>
            <a:ext cx="7157160" cy="114516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39" name="PlaceHolder 6"/>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b="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b="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b="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b="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hyperlink" Target="http://rfc.dotsrc.org/" TargetMode="External"/><Relationship Id="rId2" Type="http://schemas.openxmlformats.org/officeDocument/2006/relationships/hyperlink" Target="http://www.rfc-editor.org/" TargetMode="External"/><Relationship Id="rId1" Type="http://schemas.openxmlformats.org/officeDocument/2006/relationships/slideLayout" Target="../slideLayouts/slideLayout28.xml"/><Relationship Id="rId6" Type="http://schemas.openxmlformats.org/officeDocument/2006/relationships/hyperlink" Target="http://www.icann.org/" TargetMode="External"/><Relationship Id="rId5" Type="http://schemas.openxmlformats.org/officeDocument/2006/relationships/hyperlink" Target="http://www.iana.org/" TargetMode="External"/><Relationship Id="rId4" Type="http://schemas.openxmlformats.org/officeDocument/2006/relationships/hyperlink" Target="http://www.internic.n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8.xml"/><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8.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8.xml"/><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CustomShape 1"/>
          <p:cNvSpPr/>
          <p:nvPr/>
        </p:nvSpPr>
        <p:spPr>
          <a:xfrm>
            <a:off x="642960" y="1643040"/>
            <a:ext cx="7571520" cy="114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4000" b="1" strike="noStrike" spc="94">
                <a:solidFill>
                  <a:srgbClr val="000000"/>
                </a:solidFill>
                <a:uFill>
                  <a:solidFill>
                    <a:srgbClr val="FFFFFF"/>
                  </a:solidFill>
                </a:uFill>
                <a:latin typeface="Arial"/>
              </a:rPr>
              <a:t>Internetworking with TCP/IP</a:t>
            </a:r>
            <a:endParaRPr lang="en-US" sz="1800" b="0" strike="noStrike" spc="-1">
              <a:solidFill>
                <a:srgbClr val="000000"/>
              </a:solidFill>
              <a:uFill>
                <a:solidFill>
                  <a:srgbClr val="FFFFFF"/>
                </a:solidFill>
              </a:uFill>
              <a:latin typeface="Arial"/>
            </a:endParaRPr>
          </a:p>
        </p:txBody>
      </p:sp>
      <p:sp>
        <p:nvSpPr>
          <p:cNvPr id="180" name="CustomShape 2"/>
          <p:cNvSpPr/>
          <p:nvPr/>
        </p:nvSpPr>
        <p:spPr>
          <a:xfrm>
            <a:off x="1071720" y="4000680"/>
            <a:ext cx="6071400" cy="2071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80000"/>
              </a:lnSpc>
            </a:pPr>
            <a:endParaRPr lang="en-US" sz="1800" b="0" strike="noStrike" spc="-1" dirty="0">
              <a:solidFill>
                <a:srgbClr val="000000"/>
              </a:solidFill>
              <a:uFill>
                <a:solidFill>
                  <a:srgbClr val="FFFFFF"/>
                </a:solidFill>
              </a:uFill>
              <a:latin typeface="Arial"/>
            </a:endParaRPr>
          </a:p>
          <a:p>
            <a:pPr>
              <a:lnSpc>
                <a:spcPct val="80000"/>
              </a:lnSpc>
            </a:pPr>
            <a:r>
              <a:rPr lang="en-US" sz="2400" b="1" strike="noStrike" spc="-1" dirty="0">
                <a:solidFill>
                  <a:srgbClr val="292929"/>
                </a:solidFill>
                <a:uFill>
                  <a:solidFill>
                    <a:srgbClr val="FFFFFF"/>
                  </a:solidFill>
                </a:uFill>
                <a:latin typeface="Arial"/>
              </a:rPr>
              <a:t>Lecture 2: Internet Protocol IPv4</a:t>
            </a:r>
            <a:endParaRPr lang="en-US" sz="1800" b="0" strike="noStrike" spc="-1" dirty="0">
              <a:solidFill>
                <a:srgbClr val="000000"/>
              </a:solidFill>
              <a:uFill>
                <a:solidFill>
                  <a:srgbClr val="FFFFFF"/>
                </a:solidFill>
              </a:uFill>
              <a:latin typeface="Arial"/>
            </a:endParaRPr>
          </a:p>
          <a:p>
            <a:pPr>
              <a:lnSpc>
                <a:spcPct val="80000"/>
              </a:lnSpc>
            </a:pPr>
            <a:endParaRPr lang="en-US" sz="1800" b="0" strike="noStrike" spc="-1" dirty="0">
              <a:solidFill>
                <a:srgbClr val="000000"/>
              </a:solidFill>
              <a:uFill>
                <a:solidFill>
                  <a:srgbClr val="FFFFFF"/>
                </a:solidFill>
              </a:uFill>
              <a:latin typeface="Arial"/>
            </a:endParaRPr>
          </a:p>
          <a:p>
            <a:pPr>
              <a:lnSpc>
                <a:spcPct val="80000"/>
              </a:lnSpc>
            </a:pPr>
            <a:r>
              <a:rPr lang="en-GB" dirty="0"/>
              <a:t>Dr. Nazrul Islam </a:t>
            </a:r>
          </a:p>
          <a:p>
            <a:pPr>
              <a:lnSpc>
                <a:spcPct val="80000"/>
              </a:lnSpc>
            </a:pPr>
            <a:r>
              <a:rPr lang="en-GB" dirty="0"/>
              <a:t>Associate Professor </a:t>
            </a:r>
          </a:p>
          <a:p>
            <a:pPr>
              <a:lnSpc>
                <a:spcPct val="80000"/>
              </a:lnSpc>
            </a:pPr>
            <a:r>
              <a:rPr lang="en-GB" dirty="0"/>
              <a:t>Department of Information and Communication Technology (ICT)</a:t>
            </a:r>
          </a:p>
          <a:p>
            <a:pPr>
              <a:lnSpc>
                <a:spcPct val="80000"/>
              </a:lnSpc>
            </a:pPr>
            <a:r>
              <a:rPr lang="en-GB" dirty="0"/>
              <a:t>Mawlana </a:t>
            </a:r>
            <a:r>
              <a:rPr lang="en-GB" dirty="0" err="1"/>
              <a:t>Bhashani</a:t>
            </a:r>
            <a:r>
              <a:rPr lang="en-GB" dirty="0"/>
              <a:t> Science and Technology University</a:t>
            </a:r>
          </a:p>
          <a:p>
            <a:pPr>
              <a:lnSpc>
                <a:spcPct val="80000"/>
              </a:lnSpc>
            </a:pPr>
            <a:r>
              <a:rPr lang="en-GB" dirty="0"/>
              <a:t>Tangail-1902, Bangladesh.</a:t>
            </a:r>
            <a:endParaRPr lang="en-US" dirty="0"/>
          </a:p>
        </p:txBody>
      </p:sp>
      <p:sp>
        <p:nvSpPr>
          <p:cNvPr id="181" name="CustomShape 3"/>
          <p:cNvSpPr/>
          <p:nvPr/>
        </p:nvSpPr>
        <p:spPr>
          <a:xfrm>
            <a:off x="914400" y="6071760"/>
            <a:ext cx="1463040" cy="6948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82" name="CustomShape 4"/>
          <p:cNvSpPr/>
          <p:nvPr/>
        </p:nvSpPr>
        <p:spPr>
          <a:xfrm>
            <a:off x="7498080" y="6126480"/>
            <a:ext cx="100584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Outline</a:t>
            </a:r>
            <a:endParaRPr lang="en-US" sz="1800" b="0" strike="noStrike" spc="-1">
              <a:solidFill>
                <a:srgbClr val="000000"/>
              </a:solidFill>
              <a:uFill>
                <a:solidFill>
                  <a:srgbClr val="FFFFFF"/>
                </a:solidFill>
              </a:uFill>
              <a:latin typeface="Arial"/>
            </a:endParaRPr>
          </a:p>
        </p:txBody>
      </p:sp>
      <p:sp>
        <p:nvSpPr>
          <p:cNvPr id="184" name="CustomShape 2"/>
          <p:cNvSpPr/>
          <p:nvPr/>
        </p:nvSpPr>
        <p:spPr>
          <a:xfrm>
            <a:off x="949320" y="1981080"/>
            <a:ext cx="726516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Introduction</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Internetworking Issues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IPv4</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Service Model</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IPv4 Datagram Format</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IP Service Primitives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IPv4 Addressing</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Classless Addressing</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Subnetting and Supernetting</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Datagram Delivery</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Finding the Local Router</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Routers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ICMPv4</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Address Translation</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Datagram Delivery </a:t>
            </a:r>
            <a:endParaRPr lang="en-US" sz="1800" b="0" strike="noStrike" spc="-1">
              <a:solidFill>
                <a:srgbClr val="000000"/>
              </a:solidFill>
              <a:uFill>
                <a:solidFill>
                  <a:srgbClr val="FFFFFF"/>
                </a:solidFill>
              </a:uFill>
              <a:latin typeface="Arial"/>
            </a:endParaRPr>
          </a:p>
        </p:txBody>
      </p:sp>
      <p:sp>
        <p:nvSpPr>
          <p:cNvPr id="185"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6A065765-BA04-4CD1-B2BB-72BE1040623F}" type="slidenum">
              <a:rPr lang="en-US" sz="1000" b="0" strike="noStrike" spc="-1">
                <a:solidFill>
                  <a:srgbClr val="292929"/>
                </a:solidFill>
                <a:uFill>
                  <a:solidFill>
                    <a:srgbClr val="FFFFFF"/>
                  </a:solidFill>
                </a:uFill>
                <a:latin typeface="Arial"/>
              </a:rPr>
              <a:t>2</a:t>
            </a:fld>
            <a:endParaRPr lang="en-US" sz="1800" b="0" strike="noStrike" spc="-1">
              <a:solidFill>
                <a:srgbClr val="000000"/>
              </a:solidFill>
              <a:uFill>
                <a:solidFill>
                  <a:srgbClr val="FFFFFF"/>
                </a:solidFill>
              </a:uFill>
              <a:latin typeface="Arial"/>
            </a:endParaRPr>
          </a:p>
        </p:txBody>
      </p:sp>
      <p:sp>
        <p:nvSpPr>
          <p:cNvPr id="186" name="CustomShape 4"/>
          <p:cNvSpPr/>
          <p:nvPr/>
        </p:nvSpPr>
        <p:spPr>
          <a:xfrm>
            <a:off x="949320" y="6095160"/>
            <a:ext cx="1245240" cy="671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87" name="CustomShape 5"/>
          <p:cNvSpPr/>
          <p:nvPr/>
        </p:nvSpPr>
        <p:spPr>
          <a:xfrm>
            <a:off x="7498080" y="6035040"/>
            <a:ext cx="100584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Introduction</a:t>
            </a:r>
            <a:endParaRPr lang="en-US" sz="1800" b="0" strike="noStrike" spc="-1">
              <a:solidFill>
                <a:srgbClr val="000000"/>
              </a:solidFill>
              <a:uFill>
                <a:solidFill>
                  <a:srgbClr val="FFFFFF"/>
                </a:solidFill>
              </a:uFill>
              <a:latin typeface="Arial"/>
            </a:endParaRPr>
          </a:p>
        </p:txBody>
      </p:sp>
      <p:sp>
        <p:nvSpPr>
          <p:cNvPr id="189" name="CustomShape 2"/>
          <p:cNvSpPr/>
          <p:nvPr/>
        </p:nvSpPr>
        <p:spPr>
          <a:xfrm>
            <a:off x="899640" y="1917000"/>
            <a:ext cx="7458840" cy="42854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Definition </a:t>
            </a:r>
            <a:r>
              <a:rPr lang="en-US" sz="1200" b="1" strike="noStrike" spc="-1">
                <a:solidFill>
                  <a:srgbClr val="292929"/>
                </a:solidFill>
                <a:uFill>
                  <a:solidFill>
                    <a:srgbClr val="FFFFFF"/>
                  </a:solidFill>
                </a:uFill>
                <a:latin typeface="Arial"/>
              </a:rPr>
              <a:t>Internetworking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Interconnection of multiple networks into an Internet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Task: getting packets from the source to destination</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In order to achieve the goal, one needs to</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Have knowledge about the topology of the network and also about the network itself</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Be able to select appropriate path through the network</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Select routes to avoid congestion</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Be able provide internetworking when the source and destination are in different networks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Some definitions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1" strike="noStrike" spc="-1">
                <a:solidFill>
                  <a:srgbClr val="292929"/>
                </a:solidFill>
                <a:uFill>
                  <a:solidFill>
                    <a:srgbClr val="FFFFFF"/>
                  </a:solidFill>
                </a:uFill>
                <a:latin typeface="Arial"/>
              </a:rPr>
              <a:t>Data Terminal Equipment (DTE): </a:t>
            </a:r>
            <a:r>
              <a:rPr lang="en-US" sz="1000" b="0" strike="noStrike" spc="-1">
                <a:solidFill>
                  <a:srgbClr val="292929"/>
                </a:solidFill>
                <a:uFill>
                  <a:solidFill>
                    <a:srgbClr val="FFFFFF"/>
                  </a:solidFill>
                </a:uFill>
                <a:latin typeface="Arial"/>
              </a:rPr>
              <a:t>End System (ES) or Host</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1" strike="noStrike" spc="-1">
                <a:solidFill>
                  <a:srgbClr val="292929"/>
                </a:solidFill>
                <a:uFill>
                  <a:solidFill>
                    <a:srgbClr val="FFFFFF"/>
                  </a:solidFill>
                </a:uFill>
                <a:latin typeface="Arial"/>
              </a:rPr>
              <a:t>Data Communication System (DCS)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1" strike="noStrike" spc="-1">
                <a:solidFill>
                  <a:srgbClr val="292929"/>
                </a:solidFill>
                <a:uFill>
                  <a:solidFill>
                    <a:srgbClr val="FFFFFF"/>
                  </a:solidFill>
                </a:uFill>
                <a:latin typeface="Arial"/>
              </a:rPr>
              <a:t>Internetwork (or Internet): </a:t>
            </a:r>
            <a:r>
              <a:rPr lang="en-US" sz="1000" b="0" strike="noStrike" spc="-1">
                <a:solidFill>
                  <a:srgbClr val="292929"/>
                </a:solidFill>
                <a:uFill>
                  <a:solidFill>
                    <a:srgbClr val="FFFFFF"/>
                  </a:solidFill>
                </a:uFill>
                <a:latin typeface="Arial"/>
              </a:rPr>
              <a:t>composite network being used (e.g., LAN/WAN/LAN)</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1" strike="noStrike" spc="-1">
                <a:solidFill>
                  <a:srgbClr val="292929"/>
                </a:solidFill>
                <a:uFill>
                  <a:solidFill>
                    <a:srgbClr val="FFFFFF"/>
                  </a:solidFill>
                </a:uFill>
                <a:latin typeface="Arial"/>
              </a:rPr>
              <a:t>Subnetwork:</a:t>
            </a:r>
            <a:r>
              <a:rPr lang="en-US" sz="1000" b="0" strike="noStrike" spc="-1">
                <a:solidFill>
                  <a:srgbClr val="292929"/>
                </a:solidFill>
                <a:uFill>
                  <a:solidFill>
                    <a:srgbClr val="FFFFFF"/>
                  </a:solidFill>
                </a:uFill>
                <a:latin typeface="Arial"/>
              </a:rPr>
              <a:t> constituent network of the Internet (e.g., LAN)</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1" strike="noStrike" spc="-1">
                <a:solidFill>
                  <a:srgbClr val="292929"/>
                </a:solidFill>
                <a:uFill>
                  <a:solidFill>
                    <a:srgbClr val="FFFFFF"/>
                  </a:solidFill>
                </a:uFill>
                <a:latin typeface="Arial"/>
              </a:rPr>
              <a:t>Intermediate System (IS) or Interworking Unit (IWU): </a:t>
            </a:r>
            <a:r>
              <a:rPr lang="en-US" sz="1000" b="0" strike="noStrike" spc="-1">
                <a:solidFill>
                  <a:srgbClr val="292929"/>
                </a:solidFill>
                <a:uFill>
                  <a:solidFill>
                    <a:srgbClr val="FFFFFF"/>
                  </a:solidFill>
                </a:uFill>
                <a:latin typeface="Arial"/>
              </a:rPr>
              <a:t>device that interconnects two networks (e.g., bridge, router, gateway)</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190"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E25337F9-869F-4F9F-902B-17FD068016E2}" type="slidenum">
              <a:rPr lang="en-US" sz="1000" b="0" strike="noStrike" spc="-1">
                <a:solidFill>
                  <a:srgbClr val="292929"/>
                </a:solidFill>
                <a:uFill>
                  <a:solidFill>
                    <a:srgbClr val="FFFFFF"/>
                  </a:solidFill>
                </a:uFill>
                <a:latin typeface="Arial"/>
              </a:rPr>
              <a:t>3</a:t>
            </a:fld>
            <a:endParaRPr lang="en-US" sz="1800" b="0" strike="noStrike" spc="-1">
              <a:solidFill>
                <a:srgbClr val="000000"/>
              </a:solidFill>
              <a:uFill>
                <a:solidFill>
                  <a:srgbClr val="FFFFFF"/>
                </a:solidFill>
              </a:uFill>
              <a:latin typeface="Arial"/>
            </a:endParaRPr>
          </a:p>
        </p:txBody>
      </p:sp>
      <p:sp>
        <p:nvSpPr>
          <p:cNvPr id="191" name="CustomShape 4"/>
          <p:cNvSpPr/>
          <p:nvPr/>
        </p:nvSpPr>
        <p:spPr>
          <a:xfrm>
            <a:off x="1005840" y="5943600"/>
            <a:ext cx="137160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92" name="CustomShape 5"/>
          <p:cNvSpPr/>
          <p:nvPr/>
        </p:nvSpPr>
        <p:spPr>
          <a:xfrm>
            <a:off x="7498080" y="6035040"/>
            <a:ext cx="10972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Interworking Issues</a:t>
            </a:r>
            <a:endParaRPr lang="en-US" sz="1800" b="0" strike="noStrike" spc="-1">
              <a:solidFill>
                <a:srgbClr val="000000"/>
              </a:solidFill>
              <a:uFill>
                <a:solidFill>
                  <a:srgbClr val="FFFFFF"/>
                </a:solidFill>
              </a:uFill>
              <a:latin typeface="Arial"/>
            </a:endParaRPr>
          </a:p>
        </p:txBody>
      </p:sp>
      <p:sp>
        <p:nvSpPr>
          <p:cNvPr id="194" name="CustomShape 2"/>
          <p:cNvSpPr/>
          <p:nvPr/>
        </p:nvSpPr>
        <p:spPr>
          <a:xfrm>
            <a:off x="714240" y="2000160"/>
            <a:ext cx="36932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Functions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200" b="1" strike="noStrike" spc="-1">
                <a:solidFill>
                  <a:srgbClr val="292929"/>
                </a:solidFill>
                <a:uFill>
                  <a:solidFill>
                    <a:srgbClr val="FFFFFF"/>
                  </a:solidFill>
                </a:uFill>
                <a:latin typeface="Arial"/>
              </a:rPr>
              <a:t>TCP:</a:t>
            </a:r>
            <a:r>
              <a:rPr lang="en-US" sz="1200" b="0" strike="noStrike" spc="-1">
                <a:solidFill>
                  <a:srgbClr val="292929"/>
                </a:solidFill>
                <a:uFill>
                  <a:solidFill>
                    <a:srgbClr val="FFFFFF"/>
                  </a:solidFill>
                </a:uFill>
                <a:latin typeface="Arial"/>
              </a:rPr>
              <a:t> e2e error and flow control</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200" b="1" strike="noStrike" spc="-1">
                <a:solidFill>
                  <a:srgbClr val="292929"/>
                </a:solidFill>
                <a:uFill>
                  <a:solidFill>
                    <a:srgbClr val="FFFFFF"/>
                  </a:solidFill>
                </a:uFill>
                <a:latin typeface="Arial"/>
              </a:rPr>
              <a:t>IP:</a:t>
            </a:r>
            <a:r>
              <a:rPr lang="en-US" sz="1200" b="0" strike="noStrike" spc="-1">
                <a:solidFill>
                  <a:srgbClr val="292929"/>
                </a:solidFill>
                <a:uFill>
                  <a:solidFill>
                    <a:srgbClr val="FFFFFF"/>
                  </a:solidFill>
                </a:uFill>
                <a:latin typeface="Arial"/>
              </a:rPr>
              <a:t> routing and forwarding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200" b="1" strike="noStrike" spc="-1">
                <a:solidFill>
                  <a:srgbClr val="292929"/>
                </a:solidFill>
                <a:uFill>
                  <a:solidFill>
                    <a:srgbClr val="FFFFFF"/>
                  </a:solidFill>
                </a:uFill>
                <a:latin typeface="Arial"/>
              </a:rPr>
              <a:t>NAP:</a:t>
            </a:r>
            <a:r>
              <a:rPr lang="en-US" sz="1200" b="0" strike="noStrike" spc="-1">
                <a:solidFill>
                  <a:srgbClr val="292929"/>
                </a:solidFill>
                <a:uFill>
                  <a:solidFill>
                    <a:srgbClr val="FFFFFF"/>
                  </a:solidFill>
                </a:uFill>
                <a:latin typeface="Arial"/>
              </a:rPr>
              <a:t> forwarding (only within  subnetwork); point-to-point error and flow control; </a:t>
            </a:r>
            <a:endParaRPr lang="en-US" sz="1800" b="0" strike="noStrike" spc="-1">
              <a:solidFill>
                <a:srgbClr val="000000"/>
              </a:solidFill>
              <a:uFill>
                <a:solidFill>
                  <a:srgbClr val="FFFFFF"/>
                </a:solidFill>
              </a:uFill>
              <a:latin typeface="Arial"/>
            </a:endParaRPr>
          </a:p>
        </p:txBody>
      </p:sp>
      <p:sp>
        <p:nvSpPr>
          <p:cNvPr id="195"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3700AACF-3896-4DB4-87E2-7C79140ABD94}" type="slidenum">
              <a:rPr lang="en-US" sz="1000" b="0" strike="noStrike" spc="-1">
                <a:solidFill>
                  <a:srgbClr val="292929"/>
                </a:solidFill>
                <a:uFill>
                  <a:solidFill>
                    <a:srgbClr val="FFFFFF"/>
                  </a:solidFill>
                </a:uFill>
                <a:latin typeface="Arial"/>
              </a:rPr>
              <a:t>4</a:t>
            </a:fld>
            <a:endParaRPr lang="en-US" sz="1800" b="0" strike="noStrike" spc="-1">
              <a:solidFill>
                <a:srgbClr val="000000"/>
              </a:solidFill>
              <a:uFill>
                <a:solidFill>
                  <a:srgbClr val="FFFFFF"/>
                </a:solidFill>
              </a:uFill>
              <a:latin typeface="Arial"/>
            </a:endParaRPr>
          </a:p>
        </p:txBody>
      </p:sp>
      <p:pic>
        <p:nvPicPr>
          <p:cNvPr id="196" name="Picture 4"/>
          <p:cNvPicPr/>
          <p:nvPr/>
        </p:nvPicPr>
        <p:blipFill>
          <a:blip r:embed="rId2"/>
          <a:stretch/>
        </p:blipFill>
        <p:spPr>
          <a:xfrm>
            <a:off x="4572000" y="2357280"/>
            <a:ext cx="3894840" cy="2856960"/>
          </a:xfrm>
          <a:prstGeom prst="rect">
            <a:avLst/>
          </a:prstGeom>
          <a:ln w="9360">
            <a:noFill/>
          </a:ln>
        </p:spPr>
      </p:pic>
      <p:sp>
        <p:nvSpPr>
          <p:cNvPr id="197" name="CustomShape 4"/>
          <p:cNvSpPr/>
          <p:nvPr/>
        </p:nvSpPr>
        <p:spPr>
          <a:xfrm>
            <a:off x="914400" y="6035040"/>
            <a:ext cx="137160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98" name="CustomShape 5"/>
          <p:cNvSpPr/>
          <p:nvPr/>
        </p:nvSpPr>
        <p:spPr>
          <a:xfrm>
            <a:off x="7315200" y="6035040"/>
            <a:ext cx="137160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CustomShape 1"/>
          <p:cNvSpPr/>
          <p:nvPr/>
        </p:nvSpPr>
        <p:spPr>
          <a:xfrm>
            <a:off x="932040" y="96840"/>
            <a:ext cx="728280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Internetworking Issues (cont)</a:t>
            </a:r>
            <a:endParaRPr lang="en-US" sz="1800" b="0" strike="noStrike" spc="-1">
              <a:solidFill>
                <a:srgbClr val="000000"/>
              </a:solidFill>
              <a:uFill>
                <a:solidFill>
                  <a:srgbClr val="FFFFFF"/>
                </a:solidFill>
              </a:uFill>
              <a:latin typeface="Arial"/>
            </a:endParaRPr>
          </a:p>
        </p:txBody>
      </p:sp>
      <p:sp>
        <p:nvSpPr>
          <p:cNvPr id="200" name="CustomShape 2"/>
          <p:cNvSpPr/>
          <p:nvPr/>
        </p:nvSpPr>
        <p:spPr>
          <a:xfrm>
            <a:off x="949320" y="1981080"/>
            <a:ext cx="76604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Some of the most important issues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Overall requirements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Services provided to transport layer</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Naming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Addressing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Routing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Internetworking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Quality of Service (eventually)</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Maximum packet size</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Flow and error control (at DLL and TL only; not at IP)</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Congestion control</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Error reporting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Network layer structure</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Architectural approaches </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201"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C8DDB20E-BA5C-4920-8738-50C511CEF8DD}" type="slidenum">
              <a:rPr lang="en-US" sz="1000" b="0" strike="noStrike" spc="-1">
                <a:solidFill>
                  <a:srgbClr val="292929"/>
                </a:solidFill>
                <a:uFill>
                  <a:solidFill>
                    <a:srgbClr val="FFFFFF"/>
                  </a:solidFill>
                </a:uFill>
                <a:latin typeface="Arial"/>
              </a:rPr>
              <a:t>5</a:t>
            </a:fld>
            <a:endParaRPr lang="en-US" sz="1800" b="0" strike="noStrike" spc="-1">
              <a:solidFill>
                <a:srgbClr val="000000"/>
              </a:solidFill>
              <a:uFill>
                <a:solidFill>
                  <a:srgbClr val="FFFFFF"/>
                </a:solidFill>
              </a:uFill>
              <a:latin typeface="Arial"/>
            </a:endParaRPr>
          </a:p>
        </p:txBody>
      </p:sp>
      <p:sp>
        <p:nvSpPr>
          <p:cNvPr id="202" name="CustomShape 4"/>
          <p:cNvSpPr/>
          <p:nvPr/>
        </p:nvSpPr>
        <p:spPr>
          <a:xfrm>
            <a:off x="822960" y="6126480"/>
            <a:ext cx="804672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Interworking Issues (cont)</a:t>
            </a:r>
            <a:endParaRPr lang="en-US" sz="1800" b="0" strike="noStrike" spc="-1">
              <a:solidFill>
                <a:srgbClr val="000000"/>
              </a:solidFill>
              <a:uFill>
                <a:solidFill>
                  <a:srgbClr val="FFFFFF"/>
                </a:solidFill>
              </a:uFill>
              <a:latin typeface="Arial"/>
            </a:endParaRPr>
          </a:p>
        </p:txBody>
      </p:sp>
      <p:sp>
        <p:nvSpPr>
          <p:cNvPr id="204"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6DB170F6-3B60-4D3E-8C94-089D8D102E9D}" type="slidenum">
              <a:rPr lang="en-US" sz="1000" b="0" strike="noStrike" spc="-1">
                <a:solidFill>
                  <a:srgbClr val="292929"/>
                </a:solidFill>
                <a:uFill>
                  <a:solidFill>
                    <a:srgbClr val="FFFFFF"/>
                  </a:solidFill>
                </a:uFill>
                <a:latin typeface="Arial"/>
              </a:rPr>
              <a:t>6</a:t>
            </a:fld>
            <a:endParaRPr lang="en-US" sz="1800" b="0" strike="noStrike" spc="-1">
              <a:solidFill>
                <a:srgbClr val="000000"/>
              </a:solidFill>
              <a:uFill>
                <a:solidFill>
                  <a:srgbClr val="FFFFFF"/>
                </a:solidFill>
              </a:uFill>
              <a:latin typeface="Arial"/>
            </a:endParaRPr>
          </a:p>
        </p:txBody>
      </p:sp>
      <p:pic>
        <p:nvPicPr>
          <p:cNvPr id="205" name="Picture 12"/>
          <p:cNvPicPr/>
          <p:nvPr/>
        </p:nvPicPr>
        <p:blipFill>
          <a:blip r:embed="rId2"/>
          <a:stretch/>
        </p:blipFill>
        <p:spPr>
          <a:xfrm>
            <a:off x="2071800" y="1928880"/>
            <a:ext cx="5142960" cy="3642480"/>
          </a:xfrm>
          <a:prstGeom prst="rect">
            <a:avLst/>
          </a:prstGeom>
          <a:ln w="9360">
            <a:noFill/>
          </a:ln>
        </p:spPr>
      </p:pic>
      <p:sp>
        <p:nvSpPr>
          <p:cNvPr id="206" name="CustomShape 3"/>
          <p:cNvSpPr/>
          <p:nvPr/>
        </p:nvSpPr>
        <p:spPr>
          <a:xfrm>
            <a:off x="4085640" y="578628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7.1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07" name="CustomShape 4"/>
          <p:cNvSpPr/>
          <p:nvPr/>
        </p:nvSpPr>
        <p:spPr>
          <a:xfrm>
            <a:off x="457200" y="6035040"/>
            <a:ext cx="822960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CustomShape 1"/>
          <p:cNvSpPr/>
          <p:nvPr/>
        </p:nvSpPr>
        <p:spPr>
          <a:xfrm>
            <a:off x="932040" y="96840"/>
            <a:ext cx="728280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Internetworking Issues (cont)</a:t>
            </a:r>
            <a:endParaRPr lang="en-US" sz="1800" b="0" strike="noStrike" spc="-1">
              <a:solidFill>
                <a:srgbClr val="000000"/>
              </a:solidFill>
              <a:uFill>
                <a:solidFill>
                  <a:srgbClr val="FFFFFF"/>
                </a:solidFill>
              </a:uFill>
              <a:latin typeface="Arial"/>
            </a:endParaRPr>
          </a:p>
        </p:txBody>
      </p:sp>
      <p:sp>
        <p:nvSpPr>
          <p:cNvPr id="209"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9EC8BED0-9246-4B1F-B20F-C89358E6459F}" type="slidenum">
              <a:rPr lang="en-US" sz="1000" b="0" strike="noStrike" spc="-1">
                <a:solidFill>
                  <a:srgbClr val="292929"/>
                </a:solidFill>
                <a:uFill>
                  <a:solidFill>
                    <a:srgbClr val="FFFFFF"/>
                  </a:solidFill>
                </a:uFill>
                <a:latin typeface="Arial"/>
              </a:rPr>
              <a:t>7</a:t>
            </a:fld>
            <a:endParaRPr lang="en-US" sz="1800" b="0" strike="noStrike" spc="-1">
              <a:solidFill>
                <a:srgbClr val="000000"/>
              </a:solidFill>
              <a:uFill>
                <a:solidFill>
                  <a:srgbClr val="FFFFFF"/>
                </a:solidFill>
              </a:uFill>
              <a:latin typeface="Arial"/>
            </a:endParaRPr>
          </a:p>
        </p:txBody>
      </p:sp>
      <p:pic>
        <p:nvPicPr>
          <p:cNvPr id="210" name="Picture 4"/>
          <p:cNvPicPr/>
          <p:nvPr/>
        </p:nvPicPr>
        <p:blipFill>
          <a:blip r:embed="rId2"/>
          <a:stretch/>
        </p:blipFill>
        <p:spPr>
          <a:xfrm>
            <a:off x="785880" y="2143080"/>
            <a:ext cx="3857040" cy="3243960"/>
          </a:xfrm>
          <a:prstGeom prst="rect">
            <a:avLst/>
          </a:prstGeom>
          <a:ln w="9360">
            <a:noFill/>
          </a:ln>
        </p:spPr>
      </p:pic>
      <p:sp>
        <p:nvSpPr>
          <p:cNvPr id="211" name="CustomShape 3"/>
          <p:cNvSpPr/>
          <p:nvPr/>
        </p:nvSpPr>
        <p:spPr>
          <a:xfrm>
            <a:off x="1861560" y="5500800"/>
            <a:ext cx="165132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0" strike="noStrike" spc="-1">
                <a:solidFill>
                  <a:srgbClr val="292929"/>
                </a:solidFill>
                <a:uFill>
                  <a:solidFill>
                    <a:srgbClr val="FFFFFF"/>
                  </a:solidFill>
                </a:uFill>
                <a:latin typeface="Arial"/>
                <a:ea typeface="DejaVu Sans"/>
              </a:rPr>
              <a:t>Internet network layer</a:t>
            </a:r>
            <a:endParaRPr lang="en-US" sz="1800" b="0" strike="noStrike" spc="-1">
              <a:solidFill>
                <a:srgbClr val="000000"/>
              </a:solidFill>
              <a:uFill>
                <a:solidFill>
                  <a:srgbClr val="FFFFFF"/>
                </a:solidFill>
              </a:uFill>
              <a:latin typeface="Arial"/>
            </a:endParaRPr>
          </a:p>
        </p:txBody>
      </p:sp>
      <p:sp>
        <p:nvSpPr>
          <p:cNvPr id="212" name="CustomShape 4"/>
          <p:cNvSpPr/>
          <p:nvPr/>
        </p:nvSpPr>
        <p:spPr>
          <a:xfrm>
            <a:off x="6219000" y="5715000"/>
            <a:ext cx="152172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0" strike="noStrike" spc="-1">
                <a:solidFill>
                  <a:srgbClr val="292929"/>
                </a:solidFill>
                <a:uFill>
                  <a:solidFill>
                    <a:srgbClr val="FFFFFF"/>
                  </a:solidFill>
                </a:uFill>
                <a:latin typeface="Arial"/>
                <a:ea typeface="DejaVu Sans"/>
              </a:rPr>
              <a:t>IP adjunct protocols</a:t>
            </a:r>
            <a:endParaRPr lang="en-US" sz="1800" b="0" strike="noStrike" spc="-1">
              <a:solidFill>
                <a:srgbClr val="000000"/>
              </a:solidFill>
              <a:uFill>
                <a:solidFill>
                  <a:srgbClr val="FFFFFF"/>
                </a:solidFill>
              </a:uFill>
              <a:latin typeface="Arial"/>
            </a:endParaRPr>
          </a:p>
        </p:txBody>
      </p:sp>
      <p:pic>
        <p:nvPicPr>
          <p:cNvPr id="213" name="Picture 5"/>
          <p:cNvPicPr/>
          <p:nvPr/>
        </p:nvPicPr>
        <p:blipFill>
          <a:blip r:embed="rId3"/>
          <a:stretch/>
        </p:blipFill>
        <p:spPr>
          <a:xfrm>
            <a:off x="5072040" y="1785960"/>
            <a:ext cx="3499560" cy="3828240"/>
          </a:xfrm>
          <a:prstGeom prst="rect">
            <a:avLst/>
          </a:prstGeom>
          <a:ln w="9360">
            <a:noFill/>
          </a:ln>
        </p:spPr>
      </p:pic>
      <p:sp>
        <p:nvSpPr>
          <p:cNvPr id="214" name="CustomShape 5"/>
          <p:cNvSpPr/>
          <p:nvPr/>
        </p:nvSpPr>
        <p:spPr>
          <a:xfrm>
            <a:off x="274320" y="6126480"/>
            <a:ext cx="201168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15" name="CustomShape 6"/>
          <p:cNvSpPr/>
          <p:nvPr/>
        </p:nvSpPr>
        <p:spPr>
          <a:xfrm>
            <a:off x="7406640" y="6035040"/>
            <a:ext cx="128016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a:t>
            </a:r>
            <a:endParaRPr lang="en-US" sz="1800" b="0" strike="noStrike" spc="-1">
              <a:solidFill>
                <a:srgbClr val="000000"/>
              </a:solidFill>
              <a:uFill>
                <a:solidFill>
                  <a:srgbClr val="FFFFFF"/>
                </a:solidFill>
              </a:uFill>
              <a:latin typeface="Arial"/>
            </a:endParaRPr>
          </a:p>
        </p:txBody>
      </p:sp>
      <p:sp>
        <p:nvSpPr>
          <p:cNvPr id="217" name="CustomShape 2"/>
          <p:cNvSpPr/>
          <p:nvPr/>
        </p:nvSpPr>
        <p:spPr>
          <a:xfrm>
            <a:off x="785880" y="1928880"/>
            <a:ext cx="375372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Two main components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IP services (IP to/from TCP/UDP)</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Protocol format and mechanisms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Aspects considered</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Service model</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IPv4 datagram format</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IP service primitives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IPv4 addressing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Subnets and subnet masks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Special purpose addresses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Segmentation and reassembly</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ICMPv4</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Address translation</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Finding the local router</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Datagram delivery</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Generic router architecture</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218" name="CustomShape 3"/>
          <p:cNvSpPr/>
          <p:nvPr/>
        </p:nvSpPr>
        <p:spPr>
          <a:xfrm>
            <a:off x="4500720" y="1928880"/>
            <a:ext cx="42854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Important addresses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RFC editor homepage </a:t>
            </a:r>
            <a:r>
              <a:rPr lang="en-US" sz="1000" b="0" u="sng" strike="noStrike" spc="-1">
                <a:solidFill>
                  <a:srgbClr val="999933"/>
                </a:solidFill>
                <a:uFill>
                  <a:solidFill>
                    <a:srgbClr val="FFFFFF"/>
                  </a:solidFill>
                </a:uFill>
                <a:latin typeface="Arial"/>
                <a:hlinkClick r:id="rId2"/>
              </a:rPr>
              <a:t>http://www.rfc-editor.org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RFC hypertext archive </a:t>
            </a:r>
            <a:r>
              <a:rPr lang="en-US" sz="1000" b="0" u="sng" strike="noStrike" spc="-1">
                <a:solidFill>
                  <a:srgbClr val="999933"/>
                </a:solidFill>
                <a:uFill>
                  <a:solidFill>
                    <a:srgbClr val="FFFFFF"/>
                  </a:solidFill>
                </a:uFill>
                <a:latin typeface="Arial"/>
                <a:hlinkClick r:id="rId3"/>
              </a:rPr>
              <a:t>http://rfc.dotsrc.org/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InterNIC (Internet Domain Name Registration Services) </a:t>
            </a:r>
            <a:r>
              <a:rPr lang="en-US" sz="1000" b="0" u="sng" strike="noStrike" spc="-1">
                <a:solidFill>
                  <a:srgbClr val="999933"/>
                </a:solidFill>
                <a:uFill>
                  <a:solidFill>
                    <a:srgbClr val="FFFFFF"/>
                  </a:solidFill>
                </a:uFill>
                <a:latin typeface="Arial"/>
                <a:hlinkClick r:id="rId4"/>
              </a:rPr>
              <a:t>http://www.internic.net/</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IANA (Internet Assigned Numbers Authority) </a:t>
            </a:r>
            <a:r>
              <a:rPr lang="en-US" sz="1000" b="0" u="sng" strike="noStrike" spc="-1">
                <a:solidFill>
                  <a:srgbClr val="999933"/>
                </a:solidFill>
                <a:uFill>
                  <a:solidFill>
                    <a:srgbClr val="FFFFFF"/>
                  </a:solidFill>
                </a:uFill>
                <a:latin typeface="Arial"/>
                <a:hlinkClick r:id="rId5"/>
              </a:rPr>
              <a:t>http://www.iana.org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ICANN (Internet Cooperation for Assigned Names and Numbers) </a:t>
            </a:r>
            <a:r>
              <a:rPr lang="en-US" sz="1000" b="0" u="sng" strike="noStrike" spc="-1">
                <a:solidFill>
                  <a:srgbClr val="999933"/>
                </a:solidFill>
                <a:uFill>
                  <a:solidFill>
                    <a:srgbClr val="FFFFFF"/>
                  </a:solidFill>
                </a:uFill>
                <a:latin typeface="Arial"/>
                <a:hlinkClick r:id="rId6"/>
              </a:rPr>
              <a:t>http://www.icann.org</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219" name="CustomShape 4"/>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83B8DA17-10C1-45B9-B2CF-0222BB164F02}" type="slidenum">
              <a:rPr lang="en-US" sz="1000" b="0" strike="noStrike" spc="-1">
                <a:solidFill>
                  <a:srgbClr val="292929"/>
                </a:solidFill>
                <a:uFill>
                  <a:solidFill>
                    <a:srgbClr val="FFFFFF"/>
                  </a:solidFill>
                </a:uFill>
                <a:latin typeface="Arial"/>
              </a:rPr>
              <a:t>8</a:t>
            </a:fld>
            <a:endParaRPr lang="en-US" sz="1800" b="0" strike="noStrike" spc="-1">
              <a:solidFill>
                <a:srgbClr val="000000"/>
              </a:solidFill>
              <a:uFill>
                <a:solidFill>
                  <a:srgbClr val="FFFFFF"/>
                </a:solidFill>
              </a:uFill>
              <a:latin typeface="Arial"/>
            </a:endParaRPr>
          </a:p>
        </p:txBody>
      </p:sp>
      <p:sp>
        <p:nvSpPr>
          <p:cNvPr id="220" name="CustomShape 5"/>
          <p:cNvSpPr/>
          <p:nvPr/>
        </p:nvSpPr>
        <p:spPr>
          <a:xfrm>
            <a:off x="785880" y="6042960"/>
            <a:ext cx="1683000" cy="81504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21" name="CustomShape 6"/>
          <p:cNvSpPr/>
          <p:nvPr/>
        </p:nvSpPr>
        <p:spPr>
          <a:xfrm>
            <a:off x="7406640" y="6042960"/>
            <a:ext cx="1188720" cy="7236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Service Model</a:t>
            </a:r>
            <a:endParaRPr lang="en-US" sz="1800" b="0" strike="noStrike" spc="-1">
              <a:solidFill>
                <a:srgbClr val="000000"/>
              </a:solidFill>
              <a:uFill>
                <a:solidFill>
                  <a:srgbClr val="FFFFFF"/>
                </a:solidFill>
              </a:uFill>
              <a:latin typeface="Arial"/>
            </a:endParaRPr>
          </a:p>
        </p:txBody>
      </p:sp>
      <p:sp>
        <p:nvSpPr>
          <p:cNvPr id="223" name="CustomShape 2"/>
          <p:cNvSpPr/>
          <p:nvPr/>
        </p:nvSpPr>
        <p:spPr>
          <a:xfrm>
            <a:off x="949320" y="1981080"/>
            <a:ext cx="76604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IP service model</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Best-effort, connectionless service, i.e., no guarantees, only datagram delivery</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Main components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Addressing scheme</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Datagram model of data delivery</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Main IP Specs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IPv4: RFC 791 (1981)</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ICMP: RFC 792 (1981)</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ARP (Ethernet): RFC 826, 1027 (1982)</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RARP (Ethernet): RFC 903 (1982)</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ARP/RARP</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There are more versions ARP/RARP, depending upon the network below</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ARP cache: contain address mappings IP address vs. PHY address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224"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86350381-EAF5-4144-A34D-BBDEF78F7901}" type="slidenum">
              <a:rPr lang="en-US" sz="1000" b="0" strike="noStrike" spc="-1">
                <a:solidFill>
                  <a:srgbClr val="292929"/>
                </a:solidFill>
                <a:uFill>
                  <a:solidFill>
                    <a:srgbClr val="FFFFFF"/>
                  </a:solidFill>
                </a:uFill>
                <a:latin typeface="Arial"/>
              </a:rPr>
              <a:t>9</a:t>
            </a:fld>
            <a:endParaRPr lang="en-US" sz="1800" b="0" strike="noStrike" spc="-1">
              <a:solidFill>
                <a:srgbClr val="000000"/>
              </a:solidFill>
              <a:uFill>
                <a:solidFill>
                  <a:srgbClr val="FFFFFF"/>
                </a:solidFill>
              </a:uFill>
              <a:latin typeface="Arial"/>
            </a:endParaRPr>
          </a:p>
        </p:txBody>
      </p:sp>
      <p:sp>
        <p:nvSpPr>
          <p:cNvPr id="225" name="CustomShape 4"/>
          <p:cNvSpPr/>
          <p:nvPr/>
        </p:nvSpPr>
        <p:spPr>
          <a:xfrm>
            <a:off x="822960" y="6126480"/>
            <a:ext cx="1828800" cy="54864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26" name="CustomShape 5"/>
          <p:cNvSpPr/>
          <p:nvPr/>
        </p:nvSpPr>
        <p:spPr>
          <a:xfrm>
            <a:off x="7406640" y="5943600"/>
            <a:ext cx="109728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Datagram Format</a:t>
            </a:r>
            <a:endParaRPr lang="en-US" sz="1800" b="0" strike="noStrike" spc="-1">
              <a:solidFill>
                <a:srgbClr val="000000"/>
              </a:solidFill>
              <a:uFill>
                <a:solidFill>
                  <a:srgbClr val="FFFFFF"/>
                </a:solidFill>
              </a:uFill>
              <a:latin typeface="Arial"/>
            </a:endParaRPr>
          </a:p>
        </p:txBody>
      </p:sp>
      <p:sp>
        <p:nvSpPr>
          <p:cNvPr id="228"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D84C957B-8DE9-494A-BD93-75FD58B23A9D}" type="slidenum">
              <a:rPr lang="en-US" sz="1000" b="0" strike="noStrike" spc="-1">
                <a:solidFill>
                  <a:srgbClr val="292929"/>
                </a:solidFill>
                <a:uFill>
                  <a:solidFill>
                    <a:srgbClr val="FFFFFF"/>
                  </a:solidFill>
                </a:uFill>
                <a:latin typeface="Arial"/>
              </a:rPr>
              <a:t>10</a:t>
            </a:fld>
            <a:endParaRPr lang="en-US" sz="1800" b="0" strike="noStrike" spc="-1">
              <a:solidFill>
                <a:srgbClr val="000000"/>
              </a:solidFill>
              <a:uFill>
                <a:solidFill>
                  <a:srgbClr val="FFFFFF"/>
                </a:solidFill>
              </a:uFill>
              <a:latin typeface="Arial"/>
            </a:endParaRPr>
          </a:p>
        </p:txBody>
      </p:sp>
      <p:sp>
        <p:nvSpPr>
          <p:cNvPr id="229" name="CustomShape 3"/>
          <p:cNvSpPr/>
          <p:nvPr/>
        </p:nvSpPr>
        <p:spPr>
          <a:xfrm>
            <a:off x="3799800" y="585792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7.2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pic>
        <p:nvPicPr>
          <p:cNvPr id="230" name="Picture 10"/>
          <p:cNvPicPr/>
          <p:nvPr/>
        </p:nvPicPr>
        <p:blipFill>
          <a:blip r:embed="rId2"/>
          <a:stretch/>
        </p:blipFill>
        <p:spPr>
          <a:xfrm>
            <a:off x="2928960" y="2071800"/>
            <a:ext cx="3357000" cy="928080"/>
          </a:xfrm>
          <a:prstGeom prst="rect">
            <a:avLst/>
          </a:prstGeom>
          <a:ln w="9360">
            <a:noFill/>
          </a:ln>
        </p:spPr>
      </p:pic>
      <p:pic>
        <p:nvPicPr>
          <p:cNvPr id="231" name="Picture 11"/>
          <p:cNvPicPr/>
          <p:nvPr/>
        </p:nvPicPr>
        <p:blipFill>
          <a:blip r:embed="rId3"/>
          <a:stretch/>
        </p:blipFill>
        <p:spPr>
          <a:xfrm>
            <a:off x="1857240" y="3286080"/>
            <a:ext cx="5785560" cy="2313720"/>
          </a:xfrm>
          <a:prstGeom prst="rect">
            <a:avLst/>
          </a:prstGeom>
          <a:ln w="9360">
            <a:noFill/>
          </a:ln>
        </p:spPr>
      </p:pic>
      <p:sp>
        <p:nvSpPr>
          <p:cNvPr id="232" name="CustomShape 4"/>
          <p:cNvSpPr/>
          <p:nvPr/>
        </p:nvSpPr>
        <p:spPr>
          <a:xfrm>
            <a:off x="640080" y="6126480"/>
            <a:ext cx="182880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33" name="CustomShape 5"/>
          <p:cNvSpPr/>
          <p:nvPr/>
        </p:nvSpPr>
        <p:spPr>
          <a:xfrm>
            <a:off x="7223760" y="6035040"/>
            <a:ext cx="15544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fill="hold" nodeType="clickEffect">
                                  <p:stCondLst>
                                    <p:cond delay="0"/>
                                  </p:stCondLst>
                                  <p:childTnLst>
                                    <p:set>
                                      <p:cBhvr>
                                        <p:cTn id="10" dur="1" fill="hold">
                                          <p:stCondLst>
                                            <p:cond delay="0"/>
                                          </p:stCondLst>
                                        </p:cTn>
                                        <p:tgtEl>
                                          <p:spTgt spid="231"/>
                                        </p:tgtEl>
                                        <p:attrNameLst>
                                          <p:attrName>style.visibility</p:attrName>
                                        </p:attrNameLst>
                                      </p:cBhvr>
                                      <p:to>
                                        <p:strVal val="visible"/>
                                      </p:to>
                                    </p:set>
                                    <p:anim calcmode="lin" valueType="num">
                                      <p:cBhvr additive="repl">
                                        <p:cTn id="11" dur="2000" fill="hold"/>
                                        <p:tgtEl>
                                          <p:spTgt spid="231"/>
                                        </p:tgtEl>
                                        <p:attrNameLst>
                                          <p:attrName/>
                                        </p:attrNameLst>
                                      </p:cBhvr>
                                      <p:tavLst>
                                        <p:tav tm="0">
                                          <p:val>
                                            <p:strVal val="0"/>
                                          </p:val>
                                        </p:tav>
                                        <p:tav tm="100000">
                                          <p:val>
                                            <p:strVal val="#ppt_w"/>
                                          </p:val>
                                        </p:tav>
                                      </p:tavLst>
                                    </p:anim>
                                    <p:anim calcmode="lin" valueType="num">
                                      <p:cBhvr additive="repl">
                                        <p:cTn id="12" dur="2000" fill="hold"/>
                                        <p:tgtEl>
                                          <p:spTgt spid="231"/>
                                        </p:tgtEl>
                                        <p:attrNameLst>
                                          <p:attrName/>
                                        </p:attrNameLst>
                                      </p:cBhvr>
                                      <p:tavLst>
                                        <p:tav tm="0">
                                          <p:val>
                                            <p:strVal val="0"/>
                                          </p:val>
                                        </p:tav>
                                        <p:tav tm="100000">
                                          <p:val>
                                            <p:strVal val="#ppt_h"/>
                                          </p:val>
                                        </p:tav>
                                      </p:tavLst>
                                    </p:anim>
                                    <p:animEffect transition="in" filter="fade">
                                      <p:cBhvr additive="repl">
                                        <p:cTn id="13" dur="20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Datagram Format (cont)</a:t>
            </a:r>
            <a:endParaRPr lang="en-US" sz="1800" b="0" strike="noStrike" spc="-1">
              <a:solidFill>
                <a:srgbClr val="000000"/>
              </a:solidFill>
              <a:uFill>
                <a:solidFill>
                  <a:srgbClr val="FFFFFF"/>
                </a:solidFill>
              </a:uFill>
              <a:latin typeface="Arial"/>
            </a:endParaRPr>
          </a:p>
        </p:txBody>
      </p:sp>
      <p:sp>
        <p:nvSpPr>
          <p:cNvPr id="235" name="CustomShape 2"/>
          <p:cNvSpPr/>
          <p:nvPr/>
        </p:nvSpPr>
        <p:spPr>
          <a:xfrm>
            <a:off x="827640" y="1772640"/>
            <a:ext cx="7272000" cy="4428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Version (4 bits): </a:t>
            </a:r>
            <a:r>
              <a:rPr lang="en-US" sz="1000" b="0" strike="noStrike" spc="-1">
                <a:solidFill>
                  <a:srgbClr val="292929"/>
                </a:solidFill>
                <a:uFill>
                  <a:solidFill>
                    <a:srgbClr val="FFFFFF"/>
                  </a:solidFill>
                </a:uFill>
                <a:latin typeface="Arial"/>
              </a:rPr>
              <a:t>indicates protocol version number (IPv4; IPv6)</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Header Length (HLEN – 4 bits): </a:t>
            </a:r>
            <a:r>
              <a:rPr lang="en-US" sz="1000" b="0" strike="noStrike" spc="-1">
                <a:solidFill>
                  <a:srgbClr val="292929"/>
                </a:solidFill>
                <a:uFill>
                  <a:solidFill>
                    <a:srgbClr val="FFFFFF"/>
                  </a:solidFill>
                </a:uFill>
                <a:latin typeface="Arial"/>
              </a:rPr>
              <a:t>length of header in 32-bit words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Differentiated Services (DS), </a:t>
            </a:r>
            <a:r>
              <a:rPr lang="en-US" sz="1000" b="0" strike="noStrike" spc="-1">
                <a:solidFill>
                  <a:srgbClr val="292929"/>
                </a:solidFill>
                <a:uFill>
                  <a:solidFill>
                    <a:srgbClr val="FFFFFF"/>
                  </a:solidFill>
                </a:uFill>
                <a:latin typeface="Arial"/>
              </a:rPr>
              <a:t>previously called </a:t>
            </a:r>
            <a:r>
              <a:rPr lang="en-US" sz="1000" b="1" strike="noStrike" spc="-1">
                <a:solidFill>
                  <a:srgbClr val="292929"/>
                </a:solidFill>
                <a:uFill>
                  <a:solidFill>
                    <a:srgbClr val="FFFFFF"/>
                  </a:solidFill>
                </a:uFill>
                <a:latin typeface="Arial"/>
              </a:rPr>
              <a:t>Service Type (ST)</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1" strike="noStrike" spc="-1">
                <a:solidFill>
                  <a:srgbClr val="292929"/>
                </a:solidFill>
                <a:uFill>
                  <a:solidFill>
                    <a:srgbClr val="FFFFFF"/>
                  </a:solidFill>
                </a:uFill>
                <a:latin typeface="Arial"/>
              </a:rPr>
              <a:t>DS:</a:t>
            </a:r>
            <a:r>
              <a:rPr lang="en-US" sz="1000" b="0" strike="noStrike" spc="-1">
                <a:solidFill>
                  <a:srgbClr val="292929"/>
                </a:solidFill>
                <a:uFill>
                  <a:solidFill>
                    <a:srgbClr val="FFFFFF"/>
                  </a:solidFill>
                </a:uFill>
                <a:latin typeface="Arial"/>
              </a:rPr>
              <a:t> first 6 bits make up the code point subfield, and the last 2 bits are not used</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1" strike="noStrike" spc="-1">
                <a:solidFill>
                  <a:srgbClr val="292929"/>
                </a:solidFill>
                <a:uFill>
                  <a:solidFill>
                    <a:srgbClr val="FFFFFF"/>
                  </a:solidFill>
                </a:uFill>
                <a:latin typeface="Arial"/>
              </a:rPr>
              <a:t>ST:</a:t>
            </a:r>
            <a:r>
              <a:rPr lang="en-US" sz="1000" b="0" strike="noStrike" spc="-1">
                <a:solidFill>
                  <a:srgbClr val="292929"/>
                </a:solidFill>
                <a:uFill>
                  <a:solidFill>
                    <a:srgbClr val="FFFFFF"/>
                  </a:solidFill>
                </a:uFill>
                <a:latin typeface="Arial"/>
              </a:rPr>
              <a:t> first 3 bits are called “Precedence” bits, the next 4 bits are called “Type of Service (ToS)” and the last bit is not used</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Total Length (16 bits): </a:t>
            </a:r>
            <a:r>
              <a:rPr lang="en-US" sz="1000" b="0" strike="noStrike" spc="-1">
                <a:solidFill>
                  <a:srgbClr val="292929"/>
                </a:solidFill>
                <a:uFill>
                  <a:solidFill>
                    <a:srgbClr val="FFFFFF"/>
                  </a:solidFill>
                </a:uFill>
                <a:latin typeface="Arial"/>
              </a:rPr>
              <a:t>total datagram length, including the header (max 65,535 bytes)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Identification (16 bits): </a:t>
            </a:r>
            <a:r>
              <a:rPr lang="en-US" sz="1000" b="0" strike="noStrike" spc="-1">
                <a:solidFill>
                  <a:srgbClr val="292929"/>
                </a:solidFill>
                <a:uFill>
                  <a:solidFill>
                    <a:srgbClr val="FFFFFF"/>
                  </a:solidFill>
                </a:uFill>
                <a:latin typeface="Arial"/>
              </a:rPr>
              <a:t>used to manage the segmentation/reassembly process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Flags (3 bits): </a:t>
            </a:r>
            <a:r>
              <a:rPr lang="en-US" sz="1000" b="0" strike="noStrike" spc="-1">
                <a:solidFill>
                  <a:srgbClr val="292929"/>
                </a:solidFill>
                <a:uFill>
                  <a:solidFill>
                    <a:srgbClr val="FFFFFF"/>
                  </a:solidFill>
                </a:uFill>
                <a:latin typeface="Arial"/>
              </a:rPr>
              <a:t>only two bits (“More” and “Don’t Fragment”) are currently used to manage the segmentation/reassembly process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Fragment Offset (13 bits): </a:t>
            </a:r>
            <a:r>
              <a:rPr lang="en-US" sz="1000" b="0" strike="noStrike" spc="-1">
                <a:solidFill>
                  <a:srgbClr val="292929"/>
                </a:solidFill>
                <a:uFill>
                  <a:solidFill>
                    <a:srgbClr val="FFFFFF"/>
                  </a:solidFill>
                </a:uFill>
                <a:latin typeface="Arial"/>
              </a:rPr>
              <a:t>indicates position where in the original datagram the specific fragment belongs; measured in 64-bit units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Time to Live (8 bits): </a:t>
            </a:r>
            <a:r>
              <a:rPr lang="en-US" sz="1000" b="0" strike="noStrike" spc="-1">
                <a:solidFill>
                  <a:srgbClr val="292929"/>
                </a:solidFill>
                <a:uFill>
                  <a:solidFill>
                    <a:srgbClr val="FFFFFF"/>
                  </a:solidFill>
                </a:uFill>
                <a:latin typeface="Arial"/>
              </a:rPr>
              <a:t>TTL specifies how long (in sec), a datagram is allowed to remain in the Internet; decreased each time the datagram passes a router (1 sec/router)</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Protocol (8 bits):</a:t>
            </a:r>
            <a:r>
              <a:rPr lang="en-US" sz="1000" b="0" strike="noStrike" spc="-1">
                <a:solidFill>
                  <a:srgbClr val="292929"/>
                </a:solidFill>
                <a:uFill>
                  <a:solidFill>
                    <a:srgbClr val="FFFFFF"/>
                  </a:solidFill>
                </a:uFill>
                <a:latin typeface="Arial"/>
              </a:rPr>
              <a:t> indicates the higher layer protocol to received the data field (at destination) – RFC 1700</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Header Checksum (16 bits): </a:t>
            </a:r>
            <a:r>
              <a:rPr lang="en-US" sz="1000" b="0" strike="noStrike" spc="-1">
                <a:solidFill>
                  <a:srgbClr val="292929"/>
                </a:solidFill>
                <a:uFill>
                  <a:solidFill>
                    <a:srgbClr val="FFFFFF"/>
                  </a:solidFill>
                </a:uFill>
                <a:latin typeface="Arial"/>
              </a:rPr>
              <a:t>an error-detecting code is applied in the IP header only; this code is verified and recomputed at every router </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Source Address (32 bits): </a:t>
            </a:r>
            <a:r>
              <a:rPr lang="en-US" sz="1000" b="0" strike="noStrike" spc="-1">
                <a:solidFill>
                  <a:srgbClr val="292929"/>
                </a:solidFill>
                <a:uFill>
                  <a:solidFill>
                    <a:srgbClr val="FFFFFF"/>
                  </a:solidFill>
                </a:uFill>
                <a:latin typeface="Arial"/>
              </a:rPr>
              <a:t>to allow a variable number of bits to specify the network (and the subnetwork) and the host address of the transmitting host</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Destination address (32 bits): </a:t>
            </a:r>
            <a:r>
              <a:rPr lang="en-US" sz="1000" b="0" strike="noStrike" spc="-1">
                <a:solidFill>
                  <a:srgbClr val="292929"/>
                </a:solidFill>
                <a:uFill>
                  <a:solidFill>
                    <a:srgbClr val="FFFFFF"/>
                  </a:solidFill>
                </a:uFill>
                <a:latin typeface="Arial"/>
              </a:rPr>
              <a:t>to allow a variable number of bits to specify the network (and the subnetwork) and the host address of the receiving host</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Options (variable): </a:t>
            </a:r>
            <a:r>
              <a:rPr lang="en-US" sz="1000" b="0" strike="noStrike" spc="-1">
                <a:solidFill>
                  <a:srgbClr val="292929"/>
                </a:solidFill>
                <a:uFill>
                  <a:solidFill>
                    <a:srgbClr val="FFFFFF"/>
                  </a:solidFill>
                </a:uFill>
                <a:latin typeface="Arial"/>
              </a:rPr>
              <a:t>rarely used today, it allows an IP header to be extended with diverse options, e.g., security, source routing, route recording, stream identification; time stamping</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Padding (variable): </a:t>
            </a:r>
            <a:r>
              <a:rPr lang="en-US" sz="1000" b="0" strike="noStrike" spc="-1">
                <a:solidFill>
                  <a:srgbClr val="292929"/>
                </a:solidFill>
                <a:uFill>
                  <a:solidFill>
                    <a:srgbClr val="FFFFFF"/>
                  </a:solidFill>
                </a:uFill>
                <a:latin typeface="Arial"/>
              </a:rPr>
              <a:t>used to ensure that the datagram header has a length that is multiple of 32 bits</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000" b="1" strike="noStrike" spc="-1">
                <a:solidFill>
                  <a:srgbClr val="292929"/>
                </a:solidFill>
                <a:uFill>
                  <a:solidFill>
                    <a:srgbClr val="FFFFFF"/>
                  </a:solidFill>
                </a:uFill>
                <a:latin typeface="Arial"/>
              </a:rPr>
              <a:t>Data (variable): </a:t>
            </a:r>
            <a:r>
              <a:rPr lang="en-US" sz="1000" b="0" strike="noStrike" spc="-1">
                <a:solidFill>
                  <a:srgbClr val="292929"/>
                </a:solidFill>
                <a:uFill>
                  <a:solidFill>
                    <a:srgbClr val="FFFFFF"/>
                  </a:solidFill>
                </a:uFill>
                <a:latin typeface="Arial"/>
              </a:rPr>
              <a:t>must have a length that is an integer multiple of 8 bits; maximum length is 65,536 octets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236"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9DA9534A-83C0-4FCB-ACB0-BD3BD0C77BDE}" type="slidenum">
              <a:rPr lang="en-US" sz="1000" b="0" strike="noStrike" spc="-1">
                <a:solidFill>
                  <a:srgbClr val="292929"/>
                </a:solidFill>
                <a:uFill>
                  <a:solidFill>
                    <a:srgbClr val="FFFFFF"/>
                  </a:solidFill>
                </a:uFill>
                <a:latin typeface="Arial"/>
              </a:rPr>
              <a:t>11</a:t>
            </a:fld>
            <a:endParaRPr lang="en-US" sz="1800" b="0" strike="noStrike" spc="-1">
              <a:solidFill>
                <a:srgbClr val="000000"/>
              </a:solidFill>
              <a:uFill>
                <a:solidFill>
                  <a:srgbClr val="FFFFFF"/>
                </a:solidFill>
              </a:uFill>
              <a:latin typeface="Arial"/>
            </a:endParaRPr>
          </a:p>
        </p:txBody>
      </p:sp>
      <p:sp>
        <p:nvSpPr>
          <p:cNvPr id="237" name="CustomShape 4"/>
          <p:cNvSpPr/>
          <p:nvPr/>
        </p:nvSpPr>
        <p:spPr>
          <a:xfrm>
            <a:off x="827640" y="6201000"/>
            <a:ext cx="1458360" cy="4741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38" name="CustomShape 5"/>
          <p:cNvSpPr/>
          <p:nvPr/>
        </p:nvSpPr>
        <p:spPr>
          <a:xfrm>
            <a:off x="7498080" y="6126480"/>
            <a:ext cx="109728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Datagram Format (cont)</a:t>
            </a:r>
            <a:endParaRPr lang="en-US" sz="1800" b="0" strike="noStrike" spc="-1">
              <a:solidFill>
                <a:srgbClr val="000000"/>
              </a:solidFill>
              <a:uFill>
                <a:solidFill>
                  <a:srgbClr val="FFFFFF"/>
                </a:solidFill>
              </a:uFill>
              <a:latin typeface="Arial"/>
            </a:endParaRPr>
          </a:p>
        </p:txBody>
      </p:sp>
      <p:sp>
        <p:nvSpPr>
          <p:cNvPr id="240"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6C6C1FE5-4116-4164-9B58-FF0956EDB930}" type="slidenum">
              <a:rPr lang="en-US" sz="1000" b="0" strike="noStrike" spc="-1">
                <a:solidFill>
                  <a:srgbClr val="292929"/>
                </a:solidFill>
                <a:uFill>
                  <a:solidFill>
                    <a:srgbClr val="FFFFFF"/>
                  </a:solidFill>
                </a:uFill>
                <a:latin typeface="Arial"/>
              </a:rPr>
              <a:t>12</a:t>
            </a:fld>
            <a:endParaRPr lang="en-US" sz="1800" b="0" strike="noStrike" spc="-1">
              <a:solidFill>
                <a:srgbClr val="000000"/>
              </a:solidFill>
              <a:uFill>
                <a:solidFill>
                  <a:srgbClr val="FFFFFF"/>
                </a:solidFill>
              </a:uFill>
              <a:latin typeface="Arial"/>
            </a:endParaRPr>
          </a:p>
        </p:txBody>
      </p:sp>
      <p:sp>
        <p:nvSpPr>
          <p:cNvPr id="241" name="CustomShape 3"/>
          <p:cNvSpPr/>
          <p:nvPr/>
        </p:nvSpPr>
        <p:spPr>
          <a:xfrm>
            <a:off x="2013840" y="528624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7.3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pic>
        <p:nvPicPr>
          <p:cNvPr id="242" name="Picture 41"/>
          <p:cNvPicPr/>
          <p:nvPr/>
        </p:nvPicPr>
        <p:blipFill>
          <a:blip r:embed="rId2"/>
          <a:stretch/>
        </p:blipFill>
        <p:spPr>
          <a:xfrm>
            <a:off x="5429160" y="1928880"/>
            <a:ext cx="2642400" cy="1142280"/>
          </a:xfrm>
          <a:prstGeom prst="rect">
            <a:avLst/>
          </a:prstGeom>
          <a:ln w="9360">
            <a:noFill/>
          </a:ln>
        </p:spPr>
      </p:pic>
      <p:sp>
        <p:nvSpPr>
          <p:cNvPr id="243" name="CustomShape 4"/>
          <p:cNvSpPr/>
          <p:nvPr/>
        </p:nvSpPr>
        <p:spPr>
          <a:xfrm>
            <a:off x="5736600" y="3143160"/>
            <a:ext cx="194292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Table 8.1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pic>
        <p:nvPicPr>
          <p:cNvPr id="244" name="Picture 41"/>
          <p:cNvPicPr/>
          <p:nvPr/>
        </p:nvPicPr>
        <p:blipFill>
          <a:blip r:embed="rId3"/>
          <a:stretch/>
        </p:blipFill>
        <p:spPr>
          <a:xfrm>
            <a:off x="5072040" y="3571920"/>
            <a:ext cx="3214080" cy="2142360"/>
          </a:xfrm>
          <a:prstGeom prst="rect">
            <a:avLst/>
          </a:prstGeom>
          <a:ln w="9360">
            <a:noFill/>
          </a:ln>
        </p:spPr>
      </p:pic>
      <p:sp>
        <p:nvSpPr>
          <p:cNvPr id="245" name="CustomShape 5"/>
          <p:cNvSpPr/>
          <p:nvPr/>
        </p:nvSpPr>
        <p:spPr>
          <a:xfrm>
            <a:off x="5879520" y="5857920"/>
            <a:ext cx="194292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Table 8.2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46" name="CustomShape 6"/>
          <p:cNvSpPr/>
          <p:nvPr/>
        </p:nvSpPr>
        <p:spPr>
          <a:xfrm>
            <a:off x="4003920" y="5929200"/>
            <a:ext cx="11134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Service Type</a:t>
            </a:r>
            <a:endParaRPr lang="en-US" sz="1800" b="0" strike="noStrike" spc="-1">
              <a:solidFill>
                <a:srgbClr val="000000"/>
              </a:solidFill>
              <a:uFill>
                <a:solidFill>
                  <a:srgbClr val="FFFFFF"/>
                </a:solidFill>
              </a:uFill>
              <a:latin typeface="Arial"/>
            </a:endParaRPr>
          </a:p>
        </p:txBody>
      </p:sp>
      <p:pic>
        <p:nvPicPr>
          <p:cNvPr id="247" name="Picture 10"/>
          <p:cNvPicPr/>
          <p:nvPr/>
        </p:nvPicPr>
        <p:blipFill>
          <a:blip r:embed="rId4"/>
          <a:stretch/>
        </p:blipFill>
        <p:spPr>
          <a:xfrm>
            <a:off x="1942200" y="2500200"/>
            <a:ext cx="2302200" cy="782280"/>
          </a:xfrm>
          <a:prstGeom prst="rect">
            <a:avLst/>
          </a:prstGeom>
          <a:ln w="9360">
            <a:noFill/>
          </a:ln>
        </p:spPr>
      </p:pic>
      <p:pic>
        <p:nvPicPr>
          <p:cNvPr id="248" name="Picture 11"/>
          <p:cNvPicPr/>
          <p:nvPr/>
        </p:nvPicPr>
        <p:blipFill>
          <a:blip r:embed="rId5"/>
          <a:stretch/>
        </p:blipFill>
        <p:spPr>
          <a:xfrm>
            <a:off x="949320" y="3252960"/>
            <a:ext cx="2742120" cy="1197360"/>
          </a:xfrm>
          <a:prstGeom prst="rect">
            <a:avLst/>
          </a:prstGeom>
          <a:ln w="9360">
            <a:noFill/>
          </a:ln>
        </p:spPr>
      </p:pic>
      <p:pic>
        <p:nvPicPr>
          <p:cNvPr id="249" name="Picture 13"/>
          <p:cNvPicPr/>
          <p:nvPr/>
        </p:nvPicPr>
        <p:blipFill>
          <a:blip r:embed="rId6"/>
          <a:stretch/>
        </p:blipFill>
        <p:spPr>
          <a:xfrm>
            <a:off x="1944720" y="3252960"/>
            <a:ext cx="2758320" cy="1889640"/>
          </a:xfrm>
          <a:prstGeom prst="rect">
            <a:avLst/>
          </a:prstGeom>
          <a:ln w="9360">
            <a:noFill/>
          </a:ln>
        </p:spPr>
      </p:pic>
      <p:sp>
        <p:nvSpPr>
          <p:cNvPr id="250" name="CustomShape 7"/>
          <p:cNvSpPr/>
          <p:nvPr/>
        </p:nvSpPr>
        <p:spPr>
          <a:xfrm>
            <a:off x="822960" y="5943600"/>
            <a:ext cx="164592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51" name="CustomShape 8"/>
          <p:cNvSpPr/>
          <p:nvPr/>
        </p:nvSpPr>
        <p:spPr>
          <a:xfrm>
            <a:off x="7589520" y="6100200"/>
            <a:ext cx="1188720" cy="6663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Datagram Format (cont)</a:t>
            </a:r>
            <a:endParaRPr lang="en-US" sz="1800" b="0" strike="noStrike" spc="-1">
              <a:solidFill>
                <a:srgbClr val="000000"/>
              </a:solidFill>
              <a:uFill>
                <a:solidFill>
                  <a:srgbClr val="FFFFFF"/>
                </a:solidFill>
              </a:uFill>
              <a:latin typeface="Arial"/>
            </a:endParaRPr>
          </a:p>
        </p:txBody>
      </p:sp>
      <p:sp>
        <p:nvSpPr>
          <p:cNvPr id="253"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D1FD1A14-8C6D-447F-AE86-B617E971B0CB}" type="slidenum">
              <a:rPr lang="en-US" sz="1000" b="0" strike="noStrike" spc="-1">
                <a:solidFill>
                  <a:srgbClr val="292929"/>
                </a:solidFill>
                <a:uFill>
                  <a:solidFill>
                    <a:srgbClr val="FFFFFF"/>
                  </a:solidFill>
                </a:uFill>
                <a:latin typeface="Arial"/>
              </a:rPr>
              <a:t>13</a:t>
            </a:fld>
            <a:endParaRPr lang="en-US" sz="1800" b="0" strike="noStrike" spc="-1">
              <a:solidFill>
                <a:srgbClr val="000000"/>
              </a:solidFill>
              <a:uFill>
                <a:solidFill>
                  <a:srgbClr val="FFFFFF"/>
                </a:solidFill>
              </a:uFill>
              <a:latin typeface="Arial"/>
            </a:endParaRPr>
          </a:p>
        </p:txBody>
      </p:sp>
      <p:pic>
        <p:nvPicPr>
          <p:cNvPr id="254" name="Picture 10"/>
          <p:cNvPicPr/>
          <p:nvPr/>
        </p:nvPicPr>
        <p:blipFill>
          <a:blip r:embed="rId2"/>
          <a:stretch/>
        </p:blipFill>
        <p:spPr>
          <a:xfrm>
            <a:off x="714240" y="2928960"/>
            <a:ext cx="3896640" cy="1285200"/>
          </a:xfrm>
          <a:prstGeom prst="rect">
            <a:avLst/>
          </a:prstGeom>
          <a:ln w="9360">
            <a:noFill/>
          </a:ln>
        </p:spPr>
      </p:pic>
      <p:pic>
        <p:nvPicPr>
          <p:cNvPr id="255" name="Picture 79"/>
          <p:cNvPicPr/>
          <p:nvPr/>
        </p:nvPicPr>
        <p:blipFill>
          <a:blip r:embed="rId3"/>
          <a:stretch/>
        </p:blipFill>
        <p:spPr>
          <a:xfrm>
            <a:off x="5000760" y="2071800"/>
            <a:ext cx="3466440" cy="2923560"/>
          </a:xfrm>
          <a:prstGeom prst="rect">
            <a:avLst/>
          </a:prstGeom>
          <a:ln w="9360">
            <a:noFill/>
          </a:ln>
        </p:spPr>
      </p:pic>
      <p:sp>
        <p:nvSpPr>
          <p:cNvPr id="256" name="CustomShape 3"/>
          <p:cNvSpPr/>
          <p:nvPr/>
        </p:nvSpPr>
        <p:spPr>
          <a:xfrm>
            <a:off x="1799640" y="435780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7.6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57" name="CustomShape 4"/>
          <p:cNvSpPr/>
          <p:nvPr/>
        </p:nvSpPr>
        <p:spPr>
          <a:xfrm>
            <a:off x="6022440" y="5143680"/>
            <a:ext cx="194292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Table 8.5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58" name="CustomShape 5"/>
          <p:cNvSpPr/>
          <p:nvPr/>
        </p:nvSpPr>
        <p:spPr>
          <a:xfrm>
            <a:off x="2938680" y="5500800"/>
            <a:ext cx="26146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Datagram Maximum Transfer Unit</a:t>
            </a:r>
            <a:endParaRPr lang="en-US" sz="1800" b="0" strike="noStrike" spc="-1">
              <a:solidFill>
                <a:srgbClr val="000000"/>
              </a:solidFill>
              <a:uFill>
                <a:solidFill>
                  <a:srgbClr val="FFFFFF"/>
                </a:solidFill>
              </a:uFill>
              <a:latin typeface="Arial"/>
            </a:endParaRPr>
          </a:p>
        </p:txBody>
      </p:sp>
      <p:sp>
        <p:nvSpPr>
          <p:cNvPr id="259" name="CustomShape 6"/>
          <p:cNvSpPr/>
          <p:nvPr/>
        </p:nvSpPr>
        <p:spPr>
          <a:xfrm>
            <a:off x="640080" y="5943600"/>
            <a:ext cx="192024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60" name="CustomShape 7"/>
          <p:cNvSpPr/>
          <p:nvPr/>
        </p:nvSpPr>
        <p:spPr>
          <a:xfrm>
            <a:off x="7315200" y="6035040"/>
            <a:ext cx="137160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Datagram Format (cont)</a:t>
            </a:r>
            <a:endParaRPr lang="en-US" sz="1800" b="0" strike="noStrike" spc="-1">
              <a:solidFill>
                <a:srgbClr val="000000"/>
              </a:solidFill>
              <a:uFill>
                <a:solidFill>
                  <a:srgbClr val="FFFFFF"/>
                </a:solidFill>
              </a:uFill>
              <a:latin typeface="Arial"/>
            </a:endParaRPr>
          </a:p>
        </p:txBody>
      </p:sp>
      <p:sp>
        <p:nvSpPr>
          <p:cNvPr id="262"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39570B42-316E-4A85-993C-1279D1F6D51F}" type="slidenum">
              <a:rPr lang="en-US" sz="1000" b="0" strike="noStrike" spc="-1">
                <a:solidFill>
                  <a:srgbClr val="292929"/>
                </a:solidFill>
                <a:uFill>
                  <a:solidFill>
                    <a:srgbClr val="FFFFFF"/>
                  </a:solidFill>
                </a:uFill>
                <a:latin typeface="Arial"/>
              </a:rPr>
              <a:t>14</a:t>
            </a:fld>
            <a:endParaRPr lang="en-US" sz="1800" b="0" strike="noStrike" spc="-1">
              <a:solidFill>
                <a:srgbClr val="000000"/>
              </a:solidFill>
              <a:uFill>
                <a:solidFill>
                  <a:srgbClr val="FFFFFF"/>
                </a:solidFill>
              </a:uFill>
              <a:latin typeface="Arial"/>
            </a:endParaRPr>
          </a:p>
        </p:txBody>
      </p:sp>
      <p:pic>
        <p:nvPicPr>
          <p:cNvPr id="263" name="Picture 10"/>
          <p:cNvPicPr/>
          <p:nvPr/>
        </p:nvPicPr>
        <p:blipFill>
          <a:blip r:embed="rId2"/>
          <a:stretch/>
        </p:blipFill>
        <p:spPr>
          <a:xfrm>
            <a:off x="2357280" y="1857240"/>
            <a:ext cx="4042800" cy="3857040"/>
          </a:xfrm>
          <a:prstGeom prst="rect">
            <a:avLst/>
          </a:prstGeom>
          <a:ln w="9360">
            <a:noFill/>
          </a:ln>
        </p:spPr>
      </p:pic>
      <p:sp>
        <p:nvSpPr>
          <p:cNvPr id="264" name="CustomShape 3"/>
          <p:cNvSpPr/>
          <p:nvPr/>
        </p:nvSpPr>
        <p:spPr>
          <a:xfrm>
            <a:off x="3721320" y="5857920"/>
            <a:ext cx="12718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IP components</a:t>
            </a:r>
            <a:endParaRPr lang="en-US" sz="1800" b="0" strike="noStrike" spc="-1">
              <a:solidFill>
                <a:srgbClr val="000000"/>
              </a:solidFill>
              <a:uFill>
                <a:solidFill>
                  <a:srgbClr val="FFFFFF"/>
                </a:solidFill>
              </a:uFill>
              <a:latin typeface="Arial"/>
            </a:endParaRPr>
          </a:p>
        </p:txBody>
      </p:sp>
      <p:sp>
        <p:nvSpPr>
          <p:cNvPr id="265" name="CustomShape 4"/>
          <p:cNvSpPr/>
          <p:nvPr/>
        </p:nvSpPr>
        <p:spPr>
          <a:xfrm>
            <a:off x="6586920" y="3429000"/>
            <a:ext cx="188280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7.29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66" name="CustomShape 5"/>
          <p:cNvSpPr/>
          <p:nvPr/>
        </p:nvSpPr>
        <p:spPr>
          <a:xfrm>
            <a:off x="822960" y="5943600"/>
            <a:ext cx="164592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67" name="CustomShape 6"/>
          <p:cNvSpPr/>
          <p:nvPr/>
        </p:nvSpPr>
        <p:spPr>
          <a:xfrm>
            <a:off x="7315200" y="6035040"/>
            <a:ext cx="128016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CustomShape 1"/>
          <p:cNvSpPr/>
          <p:nvPr/>
        </p:nvSpPr>
        <p:spPr>
          <a:xfrm>
            <a:off x="932040" y="96840"/>
            <a:ext cx="735408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 Service Primitives</a:t>
            </a:r>
            <a:endParaRPr lang="en-US" sz="1800" b="0" strike="noStrike" spc="-1">
              <a:solidFill>
                <a:srgbClr val="000000"/>
              </a:solidFill>
              <a:uFill>
                <a:solidFill>
                  <a:srgbClr val="FFFFFF"/>
                </a:solidFill>
              </a:uFill>
              <a:latin typeface="Arial"/>
            </a:endParaRPr>
          </a:p>
        </p:txBody>
      </p:sp>
      <p:sp>
        <p:nvSpPr>
          <p:cNvPr id="269"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F6DB631B-119A-41D9-9DAB-5AFCC1ACD0F4}" type="slidenum">
              <a:rPr lang="en-US" sz="1000" b="0" strike="noStrike" spc="-1">
                <a:solidFill>
                  <a:srgbClr val="292929"/>
                </a:solidFill>
                <a:uFill>
                  <a:solidFill>
                    <a:srgbClr val="FFFFFF"/>
                  </a:solidFill>
                </a:uFill>
                <a:latin typeface="Arial"/>
              </a:rPr>
              <a:t>15</a:t>
            </a:fld>
            <a:endParaRPr lang="en-US" sz="1800" b="0" strike="noStrike" spc="-1">
              <a:solidFill>
                <a:srgbClr val="000000"/>
              </a:solidFill>
              <a:uFill>
                <a:solidFill>
                  <a:srgbClr val="FFFFFF"/>
                </a:solidFill>
              </a:uFill>
              <a:latin typeface="Arial"/>
            </a:endParaRPr>
          </a:p>
        </p:txBody>
      </p:sp>
      <p:pic>
        <p:nvPicPr>
          <p:cNvPr id="270" name="Picture 2"/>
          <p:cNvPicPr/>
          <p:nvPr/>
        </p:nvPicPr>
        <p:blipFill>
          <a:blip r:embed="rId2"/>
          <a:stretch/>
        </p:blipFill>
        <p:spPr>
          <a:xfrm>
            <a:off x="1928880" y="2286000"/>
            <a:ext cx="5000040" cy="2856960"/>
          </a:xfrm>
          <a:prstGeom prst="rect">
            <a:avLst/>
          </a:prstGeom>
          <a:ln w="9360">
            <a:noFill/>
          </a:ln>
        </p:spPr>
      </p:pic>
      <p:sp>
        <p:nvSpPr>
          <p:cNvPr id="271" name="CustomShape 3"/>
          <p:cNvSpPr/>
          <p:nvPr/>
        </p:nvSpPr>
        <p:spPr>
          <a:xfrm>
            <a:off x="640080" y="5943600"/>
            <a:ext cx="173736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72" name="CustomShape 4"/>
          <p:cNvSpPr/>
          <p:nvPr/>
        </p:nvSpPr>
        <p:spPr>
          <a:xfrm>
            <a:off x="7406640" y="5943600"/>
            <a:ext cx="128016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Addressing</a:t>
            </a:r>
            <a:endParaRPr lang="en-US" sz="1800" b="0" strike="noStrike" spc="-1">
              <a:solidFill>
                <a:srgbClr val="000000"/>
              </a:solidFill>
              <a:uFill>
                <a:solidFill>
                  <a:srgbClr val="FFFFFF"/>
                </a:solidFill>
              </a:uFill>
              <a:latin typeface="Arial"/>
            </a:endParaRPr>
          </a:p>
        </p:txBody>
      </p:sp>
      <p:sp>
        <p:nvSpPr>
          <p:cNvPr id="274" name="CustomShape 2"/>
          <p:cNvSpPr/>
          <p:nvPr/>
        </p:nvSpPr>
        <p:spPr>
          <a:xfrm>
            <a:off x="949320" y="1981080"/>
            <a:ext cx="722232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An IP address is a 32-bit address that uniquely and universally defines the connection of a host or a router to the Internet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IP addresses are unique in the sense that each address defines one, and only one, connection to the Internet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address space of IPv4 is 2</a:t>
            </a:r>
            <a:r>
              <a:rPr lang="en-US" sz="1200" b="0" strike="noStrike" spc="-1" baseline="30000">
                <a:solidFill>
                  <a:srgbClr val="292929"/>
                </a:solidFill>
                <a:uFill>
                  <a:solidFill>
                    <a:srgbClr val="FFFFFF"/>
                  </a:solidFill>
                </a:uFill>
                <a:latin typeface="Arial"/>
              </a:rPr>
              <a:t>32</a:t>
            </a:r>
            <a:r>
              <a:rPr lang="en-US" sz="1200" b="0" strike="noStrike" spc="-1">
                <a:solidFill>
                  <a:srgbClr val="292929"/>
                </a:solidFill>
                <a:uFill>
                  <a:solidFill>
                    <a:srgbClr val="FFFFFF"/>
                  </a:solidFill>
                </a:uFill>
                <a:latin typeface="Arial"/>
              </a:rPr>
              <a:t> or 4,294,967,296</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Two categories of IP addressing</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Classful addressing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Classless addressing</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275"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6CC44B0F-CAC0-43DD-9B08-D9729EEC0F4D}" type="slidenum">
              <a:rPr lang="en-US" sz="1000" b="0" strike="noStrike" spc="-1">
                <a:solidFill>
                  <a:srgbClr val="292929"/>
                </a:solidFill>
                <a:uFill>
                  <a:solidFill>
                    <a:srgbClr val="FFFFFF"/>
                  </a:solidFill>
                </a:uFill>
                <a:latin typeface="Arial"/>
              </a:rPr>
              <a:t>16</a:t>
            </a:fld>
            <a:endParaRPr lang="en-US" sz="1800" b="0" strike="noStrike" spc="-1">
              <a:solidFill>
                <a:srgbClr val="000000"/>
              </a:solidFill>
              <a:uFill>
                <a:solidFill>
                  <a:srgbClr val="FFFFFF"/>
                </a:solidFill>
              </a:uFill>
              <a:latin typeface="Arial"/>
            </a:endParaRPr>
          </a:p>
        </p:txBody>
      </p:sp>
      <p:sp>
        <p:nvSpPr>
          <p:cNvPr id="276" name="CustomShape 4"/>
          <p:cNvSpPr/>
          <p:nvPr/>
        </p:nvSpPr>
        <p:spPr>
          <a:xfrm>
            <a:off x="731520" y="6035040"/>
            <a:ext cx="173736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77" name="CustomShape 5"/>
          <p:cNvSpPr/>
          <p:nvPr/>
        </p:nvSpPr>
        <p:spPr>
          <a:xfrm>
            <a:off x="7315200" y="5852160"/>
            <a:ext cx="128016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Addressing (cont)</a:t>
            </a:r>
            <a:endParaRPr lang="en-US" sz="1800" b="0" strike="noStrike" spc="-1">
              <a:solidFill>
                <a:srgbClr val="000000"/>
              </a:solidFill>
              <a:uFill>
                <a:solidFill>
                  <a:srgbClr val="FFFFFF"/>
                </a:solidFill>
              </a:uFill>
              <a:latin typeface="Arial"/>
            </a:endParaRPr>
          </a:p>
        </p:txBody>
      </p:sp>
      <p:sp>
        <p:nvSpPr>
          <p:cNvPr id="279" name="CustomShape 2"/>
          <p:cNvSpPr/>
          <p:nvPr/>
        </p:nvSpPr>
        <p:spPr>
          <a:xfrm>
            <a:off x="4857840" y="1785960"/>
            <a:ext cx="4001400" cy="42854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Class A:</a:t>
            </a:r>
            <a:r>
              <a:rPr lang="en-US" sz="1200" b="0" strike="noStrike" spc="-1">
                <a:solidFill>
                  <a:srgbClr val="292929"/>
                </a:solidFill>
                <a:uFill>
                  <a:solidFill>
                    <a:srgbClr val="FFFFFF"/>
                  </a:solidFill>
                </a:uFill>
                <a:latin typeface="Arial"/>
              </a:rPr>
              <a:t> 1.0.0.0 to 127.255.255.255 (7 bits for Netid and 24 bits for Hostid; 126 network addresses: 1 – 126; 0 and 127 are reserved; max 16,777,214 hosts/net)</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Class B: </a:t>
            </a:r>
            <a:r>
              <a:rPr lang="en-US" sz="1200" b="0" strike="noStrike" spc="-1">
                <a:solidFill>
                  <a:srgbClr val="292929"/>
                </a:solidFill>
                <a:uFill>
                  <a:solidFill>
                    <a:srgbClr val="FFFFFF"/>
                  </a:solidFill>
                </a:uFill>
                <a:latin typeface="Arial"/>
              </a:rPr>
              <a:t>128.0.0.0 to 191.255.255.255 (14 bits for Netid and 16 bits for Hostid; 2</a:t>
            </a:r>
            <a:r>
              <a:rPr lang="en-US" sz="1200" b="0" strike="noStrike" spc="-1" baseline="30000">
                <a:solidFill>
                  <a:srgbClr val="292929"/>
                </a:solidFill>
                <a:uFill>
                  <a:solidFill>
                    <a:srgbClr val="FFFFFF"/>
                  </a:solidFill>
                </a:uFill>
                <a:latin typeface="Arial"/>
              </a:rPr>
              <a:t>14</a:t>
            </a:r>
            <a:r>
              <a:rPr lang="en-US" sz="1200" b="0" strike="noStrike" spc="-1">
                <a:solidFill>
                  <a:srgbClr val="292929"/>
                </a:solidFill>
                <a:uFill>
                  <a:solidFill>
                    <a:srgbClr val="FFFFFF"/>
                  </a:solidFill>
                </a:uFill>
                <a:latin typeface="Arial"/>
              </a:rPr>
              <a:t> = 16,384 network addresses; max 65,534 hosts/net)</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Class C:</a:t>
            </a:r>
            <a:r>
              <a:rPr lang="en-US" sz="1200" b="0" strike="noStrike" spc="-1">
                <a:solidFill>
                  <a:srgbClr val="292929"/>
                </a:solidFill>
                <a:uFill>
                  <a:solidFill>
                    <a:srgbClr val="FFFFFF"/>
                  </a:solidFill>
                </a:uFill>
                <a:latin typeface="Arial"/>
              </a:rPr>
              <a:t> 192.0.0.0 to 223.255.255.255 (21 bits for Netid and 8 bits for Hostid; 221 = 2,097,152 network addresses; max 255 hosts/net)</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Class D:</a:t>
            </a:r>
            <a:r>
              <a:rPr lang="en-US" sz="1200" b="0" strike="noStrike" spc="-1">
                <a:solidFill>
                  <a:srgbClr val="292929"/>
                </a:solidFill>
                <a:uFill>
                  <a:solidFill>
                    <a:srgbClr val="FFFFFF"/>
                  </a:solidFill>
                </a:uFill>
                <a:latin typeface="Arial"/>
              </a:rPr>
              <a:t> 224.0.0.0 to 239.255.255.255 (228 network addresses) [RFC 1112]</a:t>
            </a: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Class E: </a:t>
            </a:r>
            <a:r>
              <a:rPr lang="en-US" sz="1200" b="0" strike="noStrike" spc="-1">
                <a:solidFill>
                  <a:srgbClr val="292929"/>
                </a:solidFill>
                <a:uFill>
                  <a:solidFill>
                    <a:srgbClr val="FFFFFF"/>
                  </a:solidFill>
                </a:uFill>
                <a:latin typeface="Arial"/>
              </a:rPr>
              <a:t>240.0.0.0 to 247.255.255.255</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Special addresses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0.0.0.0 – some unknown host (booting purposes)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10.0.0.1 – ARPA NIC (old)</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127.0.0.0 – this host (local loop)</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255.255.255.255 – any host (broadcast purposes)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A.255.255.255 – direct broadcast (class A)</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B.B.255.255 – direct broadcast (class B)</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C.C.C.255 – direct broadcast (class C)</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280"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4305CA61-7077-43AC-BF40-8891DE6D2BF7}" type="slidenum">
              <a:rPr lang="en-US" sz="1000" b="0" strike="noStrike" spc="-1">
                <a:solidFill>
                  <a:srgbClr val="292929"/>
                </a:solidFill>
                <a:uFill>
                  <a:solidFill>
                    <a:srgbClr val="FFFFFF"/>
                  </a:solidFill>
                </a:uFill>
                <a:latin typeface="Arial"/>
              </a:rPr>
              <a:t>17</a:t>
            </a:fld>
            <a:endParaRPr lang="en-US" sz="1800" b="0" strike="noStrike" spc="-1">
              <a:solidFill>
                <a:srgbClr val="000000"/>
              </a:solidFill>
              <a:uFill>
                <a:solidFill>
                  <a:srgbClr val="FFFFFF"/>
                </a:solidFill>
              </a:uFill>
              <a:latin typeface="Arial"/>
            </a:endParaRPr>
          </a:p>
        </p:txBody>
      </p:sp>
      <p:pic>
        <p:nvPicPr>
          <p:cNvPr id="281" name="Picture 10"/>
          <p:cNvPicPr/>
          <p:nvPr/>
        </p:nvPicPr>
        <p:blipFill>
          <a:blip r:embed="rId2"/>
          <a:stretch/>
        </p:blipFill>
        <p:spPr>
          <a:xfrm>
            <a:off x="714240" y="3000240"/>
            <a:ext cx="3785400" cy="2107440"/>
          </a:xfrm>
          <a:prstGeom prst="rect">
            <a:avLst/>
          </a:prstGeom>
          <a:ln w="9360">
            <a:noFill/>
          </a:ln>
        </p:spPr>
      </p:pic>
      <p:sp>
        <p:nvSpPr>
          <p:cNvPr id="282" name="CustomShape 4"/>
          <p:cNvSpPr/>
          <p:nvPr/>
        </p:nvSpPr>
        <p:spPr>
          <a:xfrm>
            <a:off x="1937520" y="5286240"/>
            <a:ext cx="137556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Netid and hostid</a:t>
            </a:r>
            <a:endParaRPr lang="en-US" sz="1800" b="0" strike="noStrike" spc="-1">
              <a:solidFill>
                <a:srgbClr val="000000"/>
              </a:solidFill>
              <a:uFill>
                <a:solidFill>
                  <a:srgbClr val="FFFFFF"/>
                </a:solidFill>
              </a:uFill>
              <a:latin typeface="Arial"/>
            </a:endParaRPr>
          </a:p>
        </p:txBody>
      </p:sp>
      <p:sp>
        <p:nvSpPr>
          <p:cNvPr id="283" name="CustomShape 5"/>
          <p:cNvSpPr/>
          <p:nvPr/>
        </p:nvSpPr>
        <p:spPr>
          <a:xfrm>
            <a:off x="1705320" y="573336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5.8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84" name="CustomShape 6"/>
          <p:cNvSpPr/>
          <p:nvPr/>
        </p:nvSpPr>
        <p:spPr>
          <a:xfrm>
            <a:off x="1225080" y="2071800"/>
            <a:ext cx="28522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Address format: Prefix/Network/Host</a:t>
            </a:r>
            <a:endParaRPr lang="en-US" sz="1800" b="0" strike="noStrike" spc="-1">
              <a:solidFill>
                <a:srgbClr val="000000"/>
              </a:solidFill>
              <a:uFill>
                <a:solidFill>
                  <a:srgbClr val="FFFFFF"/>
                </a:solidFill>
              </a:uFill>
              <a:latin typeface="Arial"/>
            </a:endParaRPr>
          </a:p>
        </p:txBody>
      </p:sp>
      <p:sp>
        <p:nvSpPr>
          <p:cNvPr id="285" name="CustomShape 7"/>
          <p:cNvSpPr/>
          <p:nvPr/>
        </p:nvSpPr>
        <p:spPr>
          <a:xfrm>
            <a:off x="30600" y="2565000"/>
            <a:ext cx="48322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1" strike="noStrike" spc="-1">
                <a:solidFill>
                  <a:srgbClr val="292929"/>
                </a:solidFill>
                <a:uFill>
                  <a:solidFill>
                    <a:srgbClr val="FFFFFF"/>
                  </a:solidFill>
                </a:uFill>
                <a:latin typeface="Arial"/>
                <a:ea typeface="DejaVu Sans"/>
              </a:rPr>
              <a:t>Dotted decimal representation: xxx.yyy.zzz.vvv (x, y, z and v between 0 and 9)</a:t>
            </a:r>
            <a:endParaRPr lang="en-US" sz="1800" b="0" strike="noStrike" spc="-1">
              <a:solidFill>
                <a:srgbClr val="000000"/>
              </a:solidFill>
              <a:uFill>
                <a:solidFill>
                  <a:srgbClr val="FFFFFF"/>
                </a:solidFill>
              </a:uFill>
              <a:latin typeface="Arial"/>
            </a:endParaRPr>
          </a:p>
        </p:txBody>
      </p:sp>
      <p:sp>
        <p:nvSpPr>
          <p:cNvPr id="286" name="CustomShape 8"/>
          <p:cNvSpPr/>
          <p:nvPr/>
        </p:nvSpPr>
        <p:spPr>
          <a:xfrm>
            <a:off x="731520" y="6035040"/>
            <a:ext cx="173736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287" name="CustomShape 9"/>
          <p:cNvSpPr/>
          <p:nvPr/>
        </p:nvSpPr>
        <p:spPr>
          <a:xfrm>
            <a:off x="7406640" y="6071400"/>
            <a:ext cx="1188720" cy="7866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Addressing (cont)</a:t>
            </a:r>
            <a:endParaRPr lang="en-US" sz="1800" b="0" strike="noStrike" spc="-1">
              <a:solidFill>
                <a:srgbClr val="000000"/>
              </a:solidFill>
              <a:uFill>
                <a:solidFill>
                  <a:srgbClr val="FFFFFF"/>
                </a:solidFill>
              </a:uFill>
              <a:latin typeface="Arial"/>
            </a:endParaRPr>
          </a:p>
        </p:txBody>
      </p:sp>
      <p:sp>
        <p:nvSpPr>
          <p:cNvPr id="289"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B772C4F3-C268-47CD-A2D9-CE43139EE92C}" type="slidenum">
              <a:rPr lang="en-US" sz="1000" b="0" strike="noStrike" spc="-1">
                <a:solidFill>
                  <a:srgbClr val="292929"/>
                </a:solidFill>
                <a:uFill>
                  <a:solidFill>
                    <a:srgbClr val="FFFFFF"/>
                  </a:solidFill>
                </a:uFill>
                <a:latin typeface="Arial"/>
              </a:rPr>
              <a:t>18</a:t>
            </a:fld>
            <a:endParaRPr lang="en-US" sz="1800" b="0" strike="noStrike" spc="-1">
              <a:solidFill>
                <a:srgbClr val="000000"/>
              </a:solidFill>
              <a:uFill>
                <a:solidFill>
                  <a:srgbClr val="FFFFFF"/>
                </a:solidFill>
              </a:uFill>
              <a:latin typeface="Arial"/>
            </a:endParaRPr>
          </a:p>
        </p:txBody>
      </p:sp>
      <p:pic>
        <p:nvPicPr>
          <p:cNvPr id="290" name="Picture 10"/>
          <p:cNvPicPr/>
          <p:nvPr/>
        </p:nvPicPr>
        <p:blipFill>
          <a:blip r:embed="rId2"/>
          <a:stretch/>
        </p:blipFill>
        <p:spPr>
          <a:xfrm>
            <a:off x="785880" y="2571840"/>
            <a:ext cx="3714120" cy="2150280"/>
          </a:xfrm>
          <a:prstGeom prst="rect">
            <a:avLst/>
          </a:prstGeom>
          <a:ln w="9360">
            <a:noFill/>
          </a:ln>
        </p:spPr>
      </p:pic>
      <p:pic>
        <p:nvPicPr>
          <p:cNvPr id="291" name="Picture 10"/>
          <p:cNvPicPr/>
          <p:nvPr/>
        </p:nvPicPr>
        <p:blipFill>
          <a:blip r:embed="rId3"/>
          <a:stretch/>
        </p:blipFill>
        <p:spPr>
          <a:xfrm>
            <a:off x="4929120" y="3000240"/>
            <a:ext cx="3858480" cy="1571040"/>
          </a:xfrm>
          <a:prstGeom prst="rect">
            <a:avLst/>
          </a:prstGeom>
          <a:ln w="9360">
            <a:noFill/>
          </a:ln>
        </p:spPr>
      </p:pic>
      <p:sp>
        <p:nvSpPr>
          <p:cNvPr id="292" name="CustomShape 3"/>
          <p:cNvSpPr/>
          <p:nvPr/>
        </p:nvSpPr>
        <p:spPr>
          <a:xfrm>
            <a:off x="1870920" y="542916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5.6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93" name="CustomShape 4"/>
          <p:cNvSpPr/>
          <p:nvPr/>
        </p:nvSpPr>
        <p:spPr>
          <a:xfrm>
            <a:off x="5942880" y="542916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5.7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294" name="CustomShape 5"/>
          <p:cNvSpPr/>
          <p:nvPr/>
        </p:nvSpPr>
        <p:spPr>
          <a:xfrm>
            <a:off x="1515240" y="4929120"/>
            <a:ext cx="27518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Finding the class in binary notation</a:t>
            </a:r>
            <a:endParaRPr lang="en-US" sz="1800" b="0" strike="noStrike" spc="-1">
              <a:solidFill>
                <a:srgbClr val="000000"/>
              </a:solidFill>
              <a:uFill>
                <a:solidFill>
                  <a:srgbClr val="FFFFFF"/>
                </a:solidFill>
              </a:uFill>
              <a:latin typeface="Arial"/>
            </a:endParaRPr>
          </a:p>
        </p:txBody>
      </p:sp>
      <p:sp>
        <p:nvSpPr>
          <p:cNvPr id="295" name="CustomShape 6"/>
          <p:cNvSpPr/>
          <p:nvPr/>
        </p:nvSpPr>
        <p:spPr>
          <a:xfrm>
            <a:off x="5794920" y="4929120"/>
            <a:ext cx="205812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Finding the address class</a:t>
            </a:r>
            <a:endParaRPr lang="en-US" sz="1800" b="0" strike="noStrike" spc="-1">
              <a:solidFill>
                <a:srgbClr val="000000"/>
              </a:solidFill>
              <a:uFill>
                <a:solidFill>
                  <a:srgbClr val="FFFFFF"/>
                </a:solidFill>
              </a:uFill>
              <a:latin typeface="Arial"/>
            </a:endParaRPr>
          </a:p>
        </p:txBody>
      </p:sp>
      <p:sp>
        <p:nvSpPr>
          <p:cNvPr id="296" name="CustomShape 7"/>
          <p:cNvSpPr/>
          <p:nvPr/>
        </p:nvSpPr>
        <p:spPr>
          <a:xfrm>
            <a:off x="1285920" y="3286080"/>
            <a:ext cx="1571040" cy="213480"/>
          </a:xfrm>
          <a:prstGeom prst="rect">
            <a:avLst/>
          </a:prstGeom>
          <a:solidFill>
            <a:srgbClr val="FFFF00">
              <a:alpha val="15000"/>
            </a:srgbClr>
          </a:solidFill>
          <a:ln w="9360">
            <a:noFill/>
          </a:ln>
        </p:spPr>
        <p:style>
          <a:lnRef idx="0">
            <a:scrgbClr r="0" g="0" b="0"/>
          </a:lnRef>
          <a:fillRef idx="0">
            <a:scrgbClr r="0" g="0" b="0"/>
          </a:fillRef>
          <a:effectRef idx="0">
            <a:scrgbClr r="0" g="0" b="0"/>
          </a:effectRef>
          <a:fontRef idx="minor"/>
        </p:style>
      </p:sp>
      <p:sp>
        <p:nvSpPr>
          <p:cNvPr id="297" name="CustomShape 8"/>
          <p:cNvSpPr/>
          <p:nvPr/>
        </p:nvSpPr>
        <p:spPr>
          <a:xfrm>
            <a:off x="1285920" y="3643200"/>
            <a:ext cx="2356560" cy="285120"/>
          </a:xfrm>
          <a:prstGeom prst="rect">
            <a:avLst/>
          </a:prstGeom>
          <a:solidFill>
            <a:srgbClr val="FFFF00">
              <a:alpha val="15000"/>
            </a:srgbClr>
          </a:solidFill>
          <a:ln w="9360">
            <a:noFill/>
          </a:ln>
        </p:spPr>
        <p:style>
          <a:lnRef idx="0">
            <a:scrgbClr r="0" g="0" b="0"/>
          </a:lnRef>
          <a:fillRef idx="0">
            <a:scrgbClr r="0" g="0" b="0"/>
          </a:fillRef>
          <a:effectRef idx="0">
            <a:scrgbClr r="0" g="0" b="0"/>
          </a:effectRef>
          <a:fontRef idx="minor"/>
        </p:style>
      </p:sp>
      <p:sp>
        <p:nvSpPr>
          <p:cNvPr id="298" name="CustomShape 9"/>
          <p:cNvSpPr/>
          <p:nvPr/>
        </p:nvSpPr>
        <p:spPr>
          <a:xfrm>
            <a:off x="1285920" y="2857680"/>
            <a:ext cx="713520" cy="285120"/>
          </a:xfrm>
          <a:prstGeom prst="rect">
            <a:avLst/>
          </a:prstGeom>
          <a:solidFill>
            <a:srgbClr val="FFFF00">
              <a:alpha val="15000"/>
            </a:srgbClr>
          </a:solidFill>
          <a:ln w="9360">
            <a:noFill/>
          </a:ln>
          <a:effectLst>
            <a:outerShdw>
              <a:srgbClr val="000000"/>
            </a:outerShdw>
          </a:effectLst>
        </p:spPr>
        <p:style>
          <a:lnRef idx="0">
            <a:scrgbClr r="0" g="0" b="0"/>
          </a:lnRef>
          <a:fillRef idx="0">
            <a:scrgbClr r="0" g="0" b="0"/>
          </a:fillRef>
          <a:effectRef idx="0">
            <a:scrgbClr r="0" g="0" b="0"/>
          </a:effectRef>
          <a:fontRef idx="minor"/>
        </p:style>
      </p:sp>
      <p:sp>
        <p:nvSpPr>
          <p:cNvPr id="299" name="CustomShape 10"/>
          <p:cNvSpPr/>
          <p:nvPr/>
        </p:nvSpPr>
        <p:spPr>
          <a:xfrm>
            <a:off x="1005840" y="6400800"/>
            <a:ext cx="182880" cy="3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00" name="CustomShape 11"/>
          <p:cNvSpPr/>
          <p:nvPr/>
        </p:nvSpPr>
        <p:spPr>
          <a:xfrm>
            <a:off x="731520" y="6126480"/>
            <a:ext cx="201168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01" name="CustomShape 12"/>
          <p:cNvSpPr/>
          <p:nvPr/>
        </p:nvSpPr>
        <p:spPr>
          <a:xfrm>
            <a:off x="7406640" y="6035040"/>
            <a:ext cx="128016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Addressing (cont)</a:t>
            </a:r>
            <a:endParaRPr lang="en-US" sz="1800" b="0" strike="noStrike" spc="-1">
              <a:solidFill>
                <a:srgbClr val="000000"/>
              </a:solidFill>
              <a:uFill>
                <a:solidFill>
                  <a:srgbClr val="FFFFFF"/>
                </a:solidFill>
              </a:uFill>
              <a:latin typeface="Arial"/>
            </a:endParaRPr>
          </a:p>
        </p:txBody>
      </p:sp>
      <p:sp>
        <p:nvSpPr>
          <p:cNvPr id="303" name="CustomShape 2"/>
          <p:cNvSpPr/>
          <p:nvPr/>
        </p:nvSpPr>
        <p:spPr>
          <a:xfrm>
            <a:off x="4856040" y="2357280"/>
            <a:ext cx="3753720" cy="3285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network address is assigned to organization</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range of addresses can automatically be inferred from the network address</a:t>
            </a:r>
            <a:endParaRPr lang="en-US" sz="1800" b="0" strike="noStrike" spc="-1">
              <a:solidFill>
                <a:srgbClr val="000000"/>
              </a:solidFill>
              <a:uFill>
                <a:solidFill>
                  <a:srgbClr val="FFFFFF"/>
                </a:solidFill>
              </a:uFill>
              <a:latin typeface="Arial"/>
            </a:endParaRPr>
          </a:p>
        </p:txBody>
      </p:sp>
      <p:sp>
        <p:nvSpPr>
          <p:cNvPr id="304"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43E4B25B-5D07-411F-BF82-782364BEE9B1}" type="slidenum">
              <a:rPr lang="en-US" sz="1000" b="0" strike="noStrike" spc="-1">
                <a:solidFill>
                  <a:srgbClr val="292929"/>
                </a:solidFill>
                <a:uFill>
                  <a:solidFill>
                    <a:srgbClr val="FFFFFF"/>
                  </a:solidFill>
                </a:uFill>
                <a:latin typeface="Arial"/>
              </a:rPr>
              <a:t>19</a:t>
            </a:fld>
            <a:endParaRPr lang="en-US" sz="1800" b="0" strike="noStrike" spc="-1">
              <a:solidFill>
                <a:srgbClr val="000000"/>
              </a:solidFill>
              <a:uFill>
                <a:solidFill>
                  <a:srgbClr val="FFFFFF"/>
                </a:solidFill>
              </a:uFill>
              <a:latin typeface="Arial"/>
            </a:endParaRPr>
          </a:p>
        </p:txBody>
      </p:sp>
      <p:pic>
        <p:nvPicPr>
          <p:cNvPr id="305" name="Picture 10"/>
          <p:cNvPicPr/>
          <p:nvPr/>
        </p:nvPicPr>
        <p:blipFill>
          <a:blip r:embed="rId2"/>
          <a:stretch/>
        </p:blipFill>
        <p:spPr>
          <a:xfrm>
            <a:off x="785880" y="2571840"/>
            <a:ext cx="3714120" cy="2150280"/>
          </a:xfrm>
          <a:prstGeom prst="rect">
            <a:avLst/>
          </a:prstGeom>
          <a:ln w="9360">
            <a:noFill/>
          </a:ln>
        </p:spPr>
      </p:pic>
      <p:sp>
        <p:nvSpPr>
          <p:cNvPr id="306" name="CustomShape 4"/>
          <p:cNvSpPr/>
          <p:nvPr/>
        </p:nvSpPr>
        <p:spPr>
          <a:xfrm>
            <a:off x="1229400" y="5000760"/>
            <a:ext cx="28630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Finding the class in decimal notation</a:t>
            </a:r>
            <a:endParaRPr lang="en-US" sz="1800" b="0" strike="noStrike" spc="-1">
              <a:solidFill>
                <a:srgbClr val="000000"/>
              </a:solidFill>
              <a:uFill>
                <a:solidFill>
                  <a:srgbClr val="FFFFFF"/>
                </a:solidFill>
              </a:uFill>
              <a:latin typeface="Arial"/>
            </a:endParaRPr>
          </a:p>
        </p:txBody>
      </p:sp>
      <p:sp>
        <p:nvSpPr>
          <p:cNvPr id="307" name="CustomShape 5"/>
          <p:cNvSpPr/>
          <p:nvPr/>
        </p:nvSpPr>
        <p:spPr>
          <a:xfrm>
            <a:off x="1942560" y="542916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5.6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08" name="CustomShape 6"/>
          <p:cNvSpPr/>
          <p:nvPr/>
        </p:nvSpPr>
        <p:spPr>
          <a:xfrm>
            <a:off x="914400" y="6035040"/>
            <a:ext cx="146304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09" name="CustomShape 7"/>
          <p:cNvSpPr/>
          <p:nvPr/>
        </p:nvSpPr>
        <p:spPr>
          <a:xfrm>
            <a:off x="7406640" y="5852160"/>
            <a:ext cx="118872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Addressing (cont)</a:t>
            </a:r>
            <a:endParaRPr lang="en-US" sz="1800" b="0" strike="noStrike" spc="-1">
              <a:solidFill>
                <a:srgbClr val="000000"/>
              </a:solidFill>
              <a:uFill>
                <a:solidFill>
                  <a:srgbClr val="FFFFFF"/>
                </a:solidFill>
              </a:uFill>
              <a:latin typeface="Arial"/>
            </a:endParaRPr>
          </a:p>
        </p:txBody>
      </p:sp>
      <p:sp>
        <p:nvSpPr>
          <p:cNvPr id="311"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9F967EEE-8DFB-4A9F-80BB-86362924874C}" type="slidenum">
              <a:rPr lang="en-US" sz="1000" b="0" strike="noStrike" spc="-1">
                <a:solidFill>
                  <a:srgbClr val="292929"/>
                </a:solidFill>
                <a:uFill>
                  <a:solidFill>
                    <a:srgbClr val="FFFFFF"/>
                  </a:solidFill>
                </a:uFill>
                <a:latin typeface="Arial"/>
              </a:rPr>
              <a:t>20</a:t>
            </a:fld>
            <a:endParaRPr lang="en-US" sz="1800" b="0" strike="noStrike" spc="-1">
              <a:solidFill>
                <a:srgbClr val="000000"/>
              </a:solidFill>
              <a:uFill>
                <a:solidFill>
                  <a:srgbClr val="FFFFFF"/>
                </a:solidFill>
              </a:uFill>
              <a:latin typeface="Arial"/>
            </a:endParaRPr>
          </a:p>
        </p:txBody>
      </p:sp>
      <p:pic>
        <p:nvPicPr>
          <p:cNvPr id="312" name="Picture 10"/>
          <p:cNvPicPr/>
          <p:nvPr/>
        </p:nvPicPr>
        <p:blipFill>
          <a:blip r:embed="rId2"/>
          <a:stretch/>
        </p:blipFill>
        <p:spPr>
          <a:xfrm>
            <a:off x="285840" y="2428920"/>
            <a:ext cx="2714040" cy="2571120"/>
          </a:xfrm>
          <a:prstGeom prst="rect">
            <a:avLst/>
          </a:prstGeom>
          <a:ln w="9360">
            <a:noFill/>
          </a:ln>
        </p:spPr>
      </p:pic>
      <p:pic>
        <p:nvPicPr>
          <p:cNvPr id="313" name="Picture 10"/>
          <p:cNvPicPr/>
          <p:nvPr/>
        </p:nvPicPr>
        <p:blipFill>
          <a:blip r:embed="rId3"/>
          <a:stretch/>
        </p:blipFill>
        <p:spPr>
          <a:xfrm>
            <a:off x="3286080" y="2357280"/>
            <a:ext cx="2714040" cy="2642400"/>
          </a:xfrm>
          <a:prstGeom prst="rect">
            <a:avLst/>
          </a:prstGeom>
          <a:ln w="9360">
            <a:noFill/>
          </a:ln>
        </p:spPr>
      </p:pic>
      <p:pic>
        <p:nvPicPr>
          <p:cNvPr id="314" name="Picture 10"/>
          <p:cNvPicPr/>
          <p:nvPr/>
        </p:nvPicPr>
        <p:blipFill>
          <a:blip r:embed="rId4"/>
          <a:stretch/>
        </p:blipFill>
        <p:spPr>
          <a:xfrm>
            <a:off x="6357960" y="2357280"/>
            <a:ext cx="2571120" cy="2642400"/>
          </a:xfrm>
          <a:prstGeom prst="rect">
            <a:avLst/>
          </a:prstGeom>
          <a:ln w="9360">
            <a:noFill/>
          </a:ln>
        </p:spPr>
      </p:pic>
      <p:sp>
        <p:nvSpPr>
          <p:cNvPr id="315" name="CustomShape 3"/>
          <p:cNvSpPr/>
          <p:nvPr/>
        </p:nvSpPr>
        <p:spPr>
          <a:xfrm>
            <a:off x="861480" y="5214960"/>
            <a:ext cx="143352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Blocks in class A</a:t>
            </a:r>
            <a:endParaRPr lang="en-US" sz="1800" b="0" strike="noStrike" spc="-1">
              <a:solidFill>
                <a:srgbClr val="000000"/>
              </a:solidFill>
              <a:uFill>
                <a:solidFill>
                  <a:srgbClr val="FFFFFF"/>
                </a:solidFill>
              </a:uFill>
              <a:latin typeface="Arial"/>
            </a:endParaRPr>
          </a:p>
        </p:txBody>
      </p:sp>
      <p:sp>
        <p:nvSpPr>
          <p:cNvPr id="316" name="CustomShape 4"/>
          <p:cNvSpPr/>
          <p:nvPr/>
        </p:nvSpPr>
        <p:spPr>
          <a:xfrm>
            <a:off x="3790440" y="5214960"/>
            <a:ext cx="14396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Blocks in class B</a:t>
            </a:r>
            <a:endParaRPr lang="en-US" sz="1800" b="0" strike="noStrike" spc="-1">
              <a:solidFill>
                <a:srgbClr val="000000"/>
              </a:solidFill>
              <a:uFill>
                <a:solidFill>
                  <a:srgbClr val="FFFFFF"/>
                </a:solidFill>
              </a:uFill>
              <a:latin typeface="Arial"/>
            </a:endParaRPr>
          </a:p>
        </p:txBody>
      </p:sp>
      <p:sp>
        <p:nvSpPr>
          <p:cNvPr id="317" name="CustomShape 5"/>
          <p:cNvSpPr/>
          <p:nvPr/>
        </p:nvSpPr>
        <p:spPr>
          <a:xfrm>
            <a:off x="6791040" y="5214960"/>
            <a:ext cx="14396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Blocks in class C</a:t>
            </a:r>
            <a:endParaRPr lang="en-US" sz="1800" b="0" strike="noStrike" spc="-1">
              <a:solidFill>
                <a:srgbClr val="000000"/>
              </a:solidFill>
              <a:uFill>
                <a:solidFill>
                  <a:srgbClr val="FFFFFF"/>
                </a:solidFill>
              </a:uFill>
              <a:latin typeface="Arial"/>
            </a:endParaRPr>
          </a:p>
        </p:txBody>
      </p:sp>
      <p:sp>
        <p:nvSpPr>
          <p:cNvPr id="318" name="CustomShape 6"/>
          <p:cNvSpPr/>
          <p:nvPr/>
        </p:nvSpPr>
        <p:spPr>
          <a:xfrm>
            <a:off x="697680" y="5733360"/>
            <a:ext cx="181764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4.7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19" name="CustomShape 7"/>
          <p:cNvSpPr/>
          <p:nvPr/>
        </p:nvSpPr>
        <p:spPr>
          <a:xfrm>
            <a:off x="3650040" y="5733360"/>
            <a:ext cx="181764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4.8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20" name="CustomShape 8"/>
          <p:cNvSpPr/>
          <p:nvPr/>
        </p:nvSpPr>
        <p:spPr>
          <a:xfrm>
            <a:off x="6602400" y="5733360"/>
            <a:ext cx="181764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4.9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21" name="CustomShape 9"/>
          <p:cNvSpPr/>
          <p:nvPr/>
        </p:nvSpPr>
        <p:spPr>
          <a:xfrm>
            <a:off x="1005840" y="6126480"/>
            <a:ext cx="137160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22" name="CustomShape 10"/>
          <p:cNvSpPr/>
          <p:nvPr/>
        </p:nvSpPr>
        <p:spPr>
          <a:xfrm>
            <a:off x="7498080" y="6126480"/>
            <a:ext cx="100584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IPv4 Addressing (cont)</a:t>
            </a:r>
            <a:endParaRPr lang="en-US" sz="1800" b="0" strike="noStrike" spc="-1">
              <a:solidFill>
                <a:srgbClr val="000000"/>
              </a:solidFill>
              <a:uFill>
                <a:solidFill>
                  <a:srgbClr val="FFFFFF"/>
                </a:solidFill>
              </a:uFill>
              <a:latin typeface="Arial"/>
            </a:endParaRPr>
          </a:p>
        </p:txBody>
      </p:sp>
      <p:sp>
        <p:nvSpPr>
          <p:cNvPr id="324" name="CustomShape 2"/>
          <p:cNvSpPr/>
          <p:nvPr/>
        </p:nvSpPr>
        <p:spPr>
          <a:xfrm>
            <a:off x="949320" y="1981080"/>
            <a:ext cx="76604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600" b="0" strike="noStrike" spc="-1">
                <a:solidFill>
                  <a:srgbClr val="292929"/>
                </a:solidFill>
                <a:uFill>
                  <a:solidFill>
                    <a:srgbClr val="FFFFFF"/>
                  </a:solidFill>
                </a:uFill>
                <a:latin typeface="Arial"/>
              </a:rPr>
              <a:t>Multicast addresses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325"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63970C36-B830-4B60-85AB-FF29198E7C1D}" type="slidenum">
              <a:rPr lang="en-US" sz="1000" b="0" strike="noStrike" spc="-1">
                <a:solidFill>
                  <a:srgbClr val="292929"/>
                </a:solidFill>
                <a:uFill>
                  <a:solidFill>
                    <a:srgbClr val="FFFFFF"/>
                  </a:solidFill>
                </a:uFill>
                <a:latin typeface="Arial"/>
              </a:rPr>
              <a:t>21</a:t>
            </a:fld>
            <a:endParaRPr lang="en-US" sz="1800" b="0" strike="noStrike" spc="-1">
              <a:solidFill>
                <a:srgbClr val="000000"/>
              </a:solidFill>
              <a:uFill>
                <a:solidFill>
                  <a:srgbClr val="FFFFFF"/>
                </a:solidFill>
              </a:uFill>
              <a:latin typeface="Arial"/>
            </a:endParaRPr>
          </a:p>
        </p:txBody>
      </p:sp>
      <p:pic>
        <p:nvPicPr>
          <p:cNvPr id="326" name="Picture 42"/>
          <p:cNvPicPr/>
          <p:nvPr/>
        </p:nvPicPr>
        <p:blipFill>
          <a:blip r:embed="rId2"/>
          <a:stretch/>
        </p:blipFill>
        <p:spPr>
          <a:xfrm>
            <a:off x="1071720" y="2500200"/>
            <a:ext cx="3357000" cy="2785320"/>
          </a:xfrm>
          <a:prstGeom prst="rect">
            <a:avLst/>
          </a:prstGeom>
          <a:ln w="9360">
            <a:noFill/>
          </a:ln>
        </p:spPr>
      </p:pic>
      <p:pic>
        <p:nvPicPr>
          <p:cNvPr id="327" name="Picture 41"/>
          <p:cNvPicPr/>
          <p:nvPr/>
        </p:nvPicPr>
        <p:blipFill>
          <a:blip r:embed="rId3"/>
          <a:stretch/>
        </p:blipFill>
        <p:spPr>
          <a:xfrm>
            <a:off x="4714920" y="2500200"/>
            <a:ext cx="3428280" cy="2785320"/>
          </a:xfrm>
          <a:prstGeom prst="rect">
            <a:avLst/>
          </a:prstGeom>
          <a:ln w="9360">
            <a:noFill/>
          </a:ln>
        </p:spPr>
      </p:pic>
      <p:sp>
        <p:nvSpPr>
          <p:cNvPr id="328" name="CustomShape 4"/>
          <p:cNvSpPr/>
          <p:nvPr/>
        </p:nvSpPr>
        <p:spPr>
          <a:xfrm>
            <a:off x="1932840" y="5357880"/>
            <a:ext cx="164232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Category addresses</a:t>
            </a:r>
            <a:endParaRPr lang="en-US" sz="1800" b="0" strike="noStrike" spc="-1">
              <a:solidFill>
                <a:srgbClr val="000000"/>
              </a:solidFill>
              <a:uFill>
                <a:solidFill>
                  <a:srgbClr val="FFFFFF"/>
                </a:solidFill>
              </a:uFill>
              <a:latin typeface="Arial"/>
            </a:endParaRPr>
          </a:p>
        </p:txBody>
      </p:sp>
      <p:sp>
        <p:nvSpPr>
          <p:cNvPr id="329" name="CustomShape 5"/>
          <p:cNvSpPr/>
          <p:nvPr/>
        </p:nvSpPr>
        <p:spPr>
          <a:xfrm>
            <a:off x="5223600" y="5357880"/>
            <a:ext cx="220932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Addresses for conferencing</a:t>
            </a:r>
            <a:endParaRPr lang="en-US" sz="1800" b="0" strike="noStrike" spc="-1">
              <a:solidFill>
                <a:srgbClr val="000000"/>
              </a:solidFill>
              <a:uFill>
                <a:solidFill>
                  <a:srgbClr val="FFFFFF"/>
                </a:solidFill>
              </a:uFill>
              <a:latin typeface="Arial"/>
            </a:endParaRPr>
          </a:p>
        </p:txBody>
      </p:sp>
      <p:sp>
        <p:nvSpPr>
          <p:cNvPr id="330" name="CustomShape 6"/>
          <p:cNvSpPr/>
          <p:nvPr/>
        </p:nvSpPr>
        <p:spPr>
          <a:xfrm>
            <a:off x="5522400" y="5857920"/>
            <a:ext cx="194292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Table 4.6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31" name="CustomShape 7"/>
          <p:cNvSpPr/>
          <p:nvPr/>
        </p:nvSpPr>
        <p:spPr>
          <a:xfrm>
            <a:off x="1878840" y="5857920"/>
            <a:ext cx="194292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Table 4.5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32" name="CustomShape 8"/>
          <p:cNvSpPr/>
          <p:nvPr/>
        </p:nvSpPr>
        <p:spPr>
          <a:xfrm>
            <a:off x="949320" y="6095160"/>
            <a:ext cx="1245240" cy="671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33" name="CustomShape 9"/>
          <p:cNvSpPr/>
          <p:nvPr/>
        </p:nvSpPr>
        <p:spPr>
          <a:xfrm>
            <a:off x="7589520" y="6095160"/>
            <a:ext cx="1097280" cy="671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Classless Addressing</a:t>
            </a:r>
            <a:endParaRPr lang="en-US" sz="1800" b="0" strike="noStrike" spc="-1">
              <a:solidFill>
                <a:srgbClr val="000000"/>
              </a:solidFill>
              <a:uFill>
                <a:solidFill>
                  <a:srgbClr val="FFFFFF"/>
                </a:solidFill>
              </a:uFill>
              <a:latin typeface="Arial"/>
            </a:endParaRPr>
          </a:p>
        </p:txBody>
      </p:sp>
      <p:sp>
        <p:nvSpPr>
          <p:cNvPr id="335" name="CustomShape 2"/>
          <p:cNvSpPr/>
          <p:nvPr/>
        </p:nvSpPr>
        <p:spPr>
          <a:xfrm>
            <a:off x="785880" y="1857240"/>
            <a:ext cx="7313760" cy="4357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Big problem related to IP addressing: </a:t>
            </a:r>
            <a:r>
              <a:rPr lang="en-US" sz="1200" b="1" strike="noStrike" spc="-1">
                <a:solidFill>
                  <a:srgbClr val="292929"/>
                </a:solidFill>
                <a:uFill>
                  <a:solidFill>
                    <a:srgbClr val="FFFFFF"/>
                  </a:solidFill>
                </a:uFill>
                <a:latin typeface="Arial"/>
              </a:rPr>
              <a:t>ROADS (Running Out of Address Space)</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Examples: exhaustion of class B address space and explosion of routing table growth triggered by a flood of new class C</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Solution advanced by IETF: </a:t>
            </a:r>
            <a:r>
              <a:rPr lang="en-US" sz="1200" b="1" strike="noStrike" spc="-1">
                <a:solidFill>
                  <a:srgbClr val="292929"/>
                </a:solidFill>
                <a:uFill>
                  <a:solidFill>
                    <a:srgbClr val="FFFFFF"/>
                  </a:solidFill>
                </a:uFill>
                <a:latin typeface="Arial"/>
              </a:rPr>
              <a:t>Classless Inter-Domain Routing (CIDR)</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Today, we have therefore two forms of IP addressing</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200" b="0" strike="noStrike" spc="-1">
                <a:solidFill>
                  <a:srgbClr val="292929"/>
                </a:solidFill>
                <a:uFill>
                  <a:solidFill>
                    <a:srgbClr val="FFFFFF"/>
                  </a:solidFill>
                </a:uFill>
                <a:latin typeface="Arial"/>
              </a:rPr>
              <a:t>Classfull addressing: N (Prefix and Netid) is constrained to 8 or 16 or 24 bits only [RFC 1700 and RFC 1117]</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200" b="0" strike="noStrike" spc="-1">
                <a:solidFill>
                  <a:srgbClr val="292929"/>
                </a:solidFill>
                <a:uFill>
                  <a:solidFill>
                    <a:srgbClr val="FFFFFF"/>
                  </a:solidFill>
                </a:uFill>
                <a:latin typeface="Arial"/>
              </a:rPr>
              <a:t>Classless addressing: N can be any number of bits, up to 30 [RFC 1518 and RFC 1519]; used in CIDR</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Accordingly, CIDR dotted decimal representation is in the form </a:t>
            </a:r>
            <a:r>
              <a:rPr lang="en-US" sz="1200" b="1" strike="noStrike" spc="-1">
                <a:solidFill>
                  <a:srgbClr val="292929"/>
                </a:solidFill>
                <a:uFill>
                  <a:solidFill>
                    <a:srgbClr val="FFFFFF"/>
                  </a:solidFill>
                </a:uFill>
                <a:latin typeface="Arial"/>
              </a:rPr>
              <a:t>xxx.yyy.zzz.vvv/ww</a:t>
            </a:r>
            <a:r>
              <a:rPr lang="en-US" sz="1200" b="0" i="1" strike="noStrike" spc="-1">
                <a:solidFill>
                  <a:srgbClr val="292929"/>
                </a:solidFill>
                <a:uFill>
                  <a:solidFill>
                    <a:srgbClr val="FFFFFF"/>
                  </a:solidFill>
                </a:uFill>
                <a:latin typeface="Arial"/>
              </a:rPr>
              <a:t>, </a:t>
            </a:r>
            <a:r>
              <a:rPr lang="en-US" sz="1200" b="0" strike="noStrike" spc="-1">
                <a:solidFill>
                  <a:srgbClr val="292929"/>
                </a:solidFill>
                <a:uFill>
                  <a:solidFill>
                    <a:srgbClr val="FFFFFF"/>
                  </a:solidFill>
                </a:uFill>
                <a:latin typeface="Arial"/>
              </a:rPr>
              <a:t>where </a:t>
            </a:r>
            <a:r>
              <a:rPr lang="en-US" sz="1200" b="1" strike="noStrike" spc="-1">
                <a:solidFill>
                  <a:srgbClr val="292929"/>
                </a:solidFill>
                <a:uFill>
                  <a:solidFill>
                    <a:srgbClr val="FFFFFF"/>
                  </a:solidFill>
                </a:uFill>
                <a:latin typeface="Arial"/>
              </a:rPr>
              <a:t>ww</a:t>
            </a:r>
            <a:r>
              <a:rPr lang="en-US" sz="1200" b="0" strike="noStrike" spc="-1">
                <a:solidFill>
                  <a:srgbClr val="292929"/>
                </a:solidFill>
                <a:uFill>
                  <a:solidFill>
                    <a:srgbClr val="FFFFFF"/>
                  </a:solidFill>
                </a:uFill>
                <a:latin typeface="Arial"/>
              </a:rPr>
              <a:t> indicates the number of leading bits in the 32-bit IP address that constitute the “Network” portion (example 223.1.1.0/24)</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Classful addressing is a special case of classless addressing</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336"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D1B082C3-83EC-4EE6-AB68-BCEF886401D8}" type="slidenum">
              <a:rPr lang="en-US" sz="1000" b="0" strike="noStrike" spc="-1">
                <a:solidFill>
                  <a:srgbClr val="292929"/>
                </a:solidFill>
                <a:uFill>
                  <a:solidFill>
                    <a:srgbClr val="FFFFFF"/>
                  </a:solidFill>
                </a:uFill>
                <a:latin typeface="Arial"/>
              </a:rPr>
              <a:t>22</a:t>
            </a:fld>
            <a:endParaRPr lang="en-US" sz="1800" b="0" strike="noStrike" spc="-1">
              <a:solidFill>
                <a:srgbClr val="000000"/>
              </a:solidFill>
              <a:uFill>
                <a:solidFill>
                  <a:srgbClr val="FFFFFF"/>
                </a:solidFill>
              </a:uFill>
              <a:latin typeface="Arial"/>
            </a:endParaRPr>
          </a:p>
        </p:txBody>
      </p:sp>
      <p:sp>
        <p:nvSpPr>
          <p:cNvPr id="337" name="CustomShape 4"/>
          <p:cNvSpPr/>
          <p:nvPr/>
        </p:nvSpPr>
        <p:spPr>
          <a:xfrm>
            <a:off x="822960" y="5943600"/>
            <a:ext cx="164592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38" name="CustomShape 5"/>
          <p:cNvSpPr/>
          <p:nvPr/>
        </p:nvSpPr>
        <p:spPr>
          <a:xfrm>
            <a:off x="7406640" y="5760720"/>
            <a:ext cx="1554480" cy="100584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Classless Addressing (cont)</a:t>
            </a:r>
            <a:endParaRPr lang="en-US" sz="1800" b="0" strike="noStrike" spc="-1">
              <a:solidFill>
                <a:srgbClr val="000000"/>
              </a:solidFill>
              <a:uFill>
                <a:solidFill>
                  <a:srgbClr val="FFFFFF"/>
                </a:solidFill>
              </a:uFill>
              <a:latin typeface="Arial"/>
            </a:endParaRPr>
          </a:p>
        </p:txBody>
      </p:sp>
      <p:sp>
        <p:nvSpPr>
          <p:cNvPr id="340"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4F4244D8-5E30-4103-82EB-3525D86EA942}" type="slidenum">
              <a:rPr lang="en-US" sz="1000" b="0" strike="noStrike" spc="-1">
                <a:solidFill>
                  <a:srgbClr val="292929"/>
                </a:solidFill>
                <a:uFill>
                  <a:solidFill>
                    <a:srgbClr val="FFFFFF"/>
                  </a:solidFill>
                </a:uFill>
                <a:latin typeface="Arial"/>
              </a:rPr>
              <a:t>23</a:t>
            </a:fld>
            <a:endParaRPr lang="en-US" sz="1800" b="0" strike="noStrike" spc="-1">
              <a:solidFill>
                <a:srgbClr val="000000"/>
              </a:solidFill>
              <a:uFill>
                <a:solidFill>
                  <a:srgbClr val="FFFFFF"/>
                </a:solidFill>
              </a:uFill>
              <a:latin typeface="Arial"/>
            </a:endParaRPr>
          </a:p>
        </p:txBody>
      </p:sp>
      <p:pic>
        <p:nvPicPr>
          <p:cNvPr id="341" name="Picture 10"/>
          <p:cNvPicPr/>
          <p:nvPr/>
        </p:nvPicPr>
        <p:blipFill>
          <a:blip r:embed="rId2"/>
          <a:stretch/>
        </p:blipFill>
        <p:spPr>
          <a:xfrm>
            <a:off x="857160" y="2000160"/>
            <a:ext cx="3499560" cy="928080"/>
          </a:xfrm>
          <a:prstGeom prst="rect">
            <a:avLst/>
          </a:prstGeom>
          <a:ln w="9360">
            <a:noFill/>
          </a:ln>
        </p:spPr>
      </p:pic>
      <p:pic>
        <p:nvPicPr>
          <p:cNvPr id="342" name="Picture 44"/>
          <p:cNvPicPr/>
          <p:nvPr/>
        </p:nvPicPr>
        <p:blipFill>
          <a:blip r:embed="rId3"/>
          <a:stretch/>
        </p:blipFill>
        <p:spPr>
          <a:xfrm>
            <a:off x="642960" y="3071880"/>
            <a:ext cx="3999960" cy="2206080"/>
          </a:xfrm>
          <a:prstGeom prst="rect">
            <a:avLst/>
          </a:prstGeom>
          <a:ln w="9360">
            <a:noFill/>
          </a:ln>
        </p:spPr>
      </p:pic>
      <p:pic>
        <p:nvPicPr>
          <p:cNvPr id="343" name="Picture 10"/>
          <p:cNvPicPr/>
          <p:nvPr/>
        </p:nvPicPr>
        <p:blipFill>
          <a:blip r:embed="rId4"/>
          <a:stretch/>
        </p:blipFill>
        <p:spPr>
          <a:xfrm>
            <a:off x="5072040" y="2214720"/>
            <a:ext cx="3358440" cy="2714040"/>
          </a:xfrm>
          <a:prstGeom prst="rect">
            <a:avLst/>
          </a:prstGeom>
          <a:ln w="9360">
            <a:noFill/>
          </a:ln>
        </p:spPr>
      </p:pic>
      <p:sp>
        <p:nvSpPr>
          <p:cNvPr id="344" name="CustomShape 3"/>
          <p:cNvSpPr/>
          <p:nvPr/>
        </p:nvSpPr>
        <p:spPr>
          <a:xfrm>
            <a:off x="6360480" y="5143680"/>
            <a:ext cx="81000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Example</a:t>
            </a:r>
            <a:endParaRPr lang="en-US" sz="1800" b="0" strike="noStrike" spc="-1">
              <a:solidFill>
                <a:srgbClr val="000000"/>
              </a:solidFill>
              <a:uFill>
                <a:solidFill>
                  <a:srgbClr val="FFFFFF"/>
                </a:solidFill>
              </a:uFill>
              <a:latin typeface="Arial"/>
            </a:endParaRPr>
          </a:p>
        </p:txBody>
      </p:sp>
      <p:sp>
        <p:nvSpPr>
          <p:cNvPr id="345" name="CustomShape 4"/>
          <p:cNvSpPr/>
          <p:nvPr/>
        </p:nvSpPr>
        <p:spPr>
          <a:xfrm>
            <a:off x="2005920" y="5357880"/>
            <a:ext cx="11912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Prefix lengths</a:t>
            </a:r>
            <a:endParaRPr lang="en-US" sz="1800" b="0" strike="noStrike" spc="-1">
              <a:solidFill>
                <a:srgbClr val="000000"/>
              </a:solidFill>
              <a:uFill>
                <a:solidFill>
                  <a:srgbClr val="FFFFFF"/>
                </a:solidFill>
              </a:uFill>
              <a:latin typeface="Arial"/>
            </a:endParaRPr>
          </a:p>
        </p:txBody>
      </p:sp>
      <p:sp>
        <p:nvSpPr>
          <p:cNvPr id="346" name="CustomShape 5"/>
          <p:cNvSpPr/>
          <p:nvPr/>
        </p:nvSpPr>
        <p:spPr>
          <a:xfrm>
            <a:off x="5871960" y="5643720"/>
            <a:ext cx="181764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5.5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47" name="CustomShape 6"/>
          <p:cNvSpPr/>
          <p:nvPr/>
        </p:nvSpPr>
        <p:spPr>
          <a:xfrm>
            <a:off x="1664640" y="5786280"/>
            <a:ext cx="194292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Table 5.1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48" name="CustomShape 7"/>
          <p:cNvSpPr/>
          <p:nvPr/>
        </p:nvSpPr>
        <p:spPr>
          <a:xfrm>
            <a:off x="1005840" y="6126480"/>
            <a:ext cx="137160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49" name="CustomShape 8"/>
          <p:cNvSpPr/>
          <p:nvPr/>
        </p:nvSpPr>
        <p:spPr>
          <a:xfrm>
            <a:off x="7406640" y="6035040"/>
            <a:ext cx="118872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CustomShape 1"/>
          <p:cNvSpPr/>
          <p:nvPr/>
        </p:nvSpPr>
        <p:spPr>
          <a:xfrm>
            <a:off x="932040" y="96840"/>
            <a:ext cx="749700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Subnetting and Supernetting</a:t>
            </a:r>
            <a:endParaRPr lang="en-US" sz="1800" b="0" strike="noStrike" spc="-1">
              <a:solidFill>
                <a:srgbClr val="000000"/>
              </a:solidFill>
              <a:uFill>
                <a:solidFill>
                  <a:srgbClr val="FFFFFF"/>
                </a:solidFill>
              </a:uFill>
              <a:latin typeface="Arial"/>
            </a:endParaRPr>
          </a:p>
        </p:txBody>
      </p:sp>
      <p:sp>
        <p:nvSpPr>
          <p:cNvPr id="351" name="CustomShape 2"/>
          <p:cNvSpPr/>
          <p:nvPr/>
        </p:nvSpPr>
        <p:spPr>
          <a:xfrm>
            <a:off x="928800" y="1928880"/>
            <a:ext cx="38570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A third hierarchical level was introduced in 1984 in the addressing structure, namely </a:t>
            </a:r>
            <a:r>
              <a:rPr lang="en-US" sz="1200" b="1" strike="noStrike" spc="-1">
                <a:solidFill>
                  <a:srgbClr val="292929"/>
                </a:solidFill>
                <a:uFill>
                  <a:solidFill>
                    <a:srgbClr val="FFFFFF"/>
                  </a:solidFill>
                </a:uFill>
                <a:latin typeface="Arial"/>
              </a:rPr>
              <a:t>subnet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address format is therefore: </a:t>
            </a:r>
            <a:r>
              <a:rPr lang="en-US" sz="1200" b="1" strike="noStrike" spc="-1">
                <a:solidFill>
                  <a:srgbClr val="292929"/>
                </a:solidFill>
                <a:uFill>
                  <a:solidFill>
                    <a:srgbClr val="FFFFFF"/>
                  </a:solidFill>
                </a:uFill>
                <a:latin typeface="Arial"/>
              </a:rPr>
              <a:t>Prefix/Network/Subnetwork/Host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Subnet field can be of any length and it is specified by a</a:t>
            </a:r>
            <a:r>
              <a:rPr lang="en-US" sz="1200" b="0" i="1" strike="noStrike" spc="-1">
                <a:solidFill>
                  <a:srgbClr val="292929"/>
                </a:solidFill>
                <a:uFill>
                  <a:solidFill>
                    <a:srgbClr val="FFFFFF"/>
                  </a:solidFill>
                </a:uFill>
                <a:latin typeface="Arial"/>
              </a:rPr>
              <a:t> </a:t>
            </a:r>
            <a:r>
              <a:rPr lang="en-US" sz="1200" b="1" strike="noStrike" spc="-1">
                <a:solidFill>
                  <a:srgbClr val="292929"/>
                </a:solidFill>
                <a:uFill>
                  <a:solidFill>
                    <a:srgbClr val="FFFFFF"/>
                  </a:solidFill>
                </a:uFill>
                <a:latin typeface="Arial"/>
              </a:rPr>
              <a:t>32-bit mask</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IP addresses are therefore designed with two levels of hierarchy</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One determines that an address belongs to a subnet by a ”</a:t>
            </a:r>
            <a:r>
              <a:rPr lang="en-US" sz="1200" b="1" strike="noStrike" spc="-1">
                <a:solidFill>
                  <a:srgbClr val="292929"/>
                </a:solidFill>
                <a:uFill>
                  <a:solidFill>
                    <a:srgbClr val="FFFFFF"/>
                  </a:solidFill>
                </a:uFill>
                <a:latin typeface="Arial"/>
              </a:rPr>
              <a:t>comparison-under-mask</a:t>
            </a:r>
            <a:r>
              <a:rPr lang="en-US" sz="1200" b="0" strike="noStrike" spc="-1">
                <a:solidFill>
                  <a:srgbClr val="292929"/>
                </a:solidFill>
                <a:uFill>
                  <a:solidFill>
                    <a:srgbClr val="FFFFFF"/>
                  </a:solidFill>
                </a:uFill>
                <a:latin typeface="Arial"/>
              </a:rPr>
              <a:t>” operation (bitwise AND)</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effect of the Subnet Mask is to erase the portion of the </a:t>
            </a:r>
            <a:r>
              <a:rPr lang="en-US" sz="1200" b="0" i="1" strike="noStrike" spc="-1">
                <a:solidFill>
                  <a:srgbClr val="292929"/>
                </a:solidFill>
                <a:uFill>
                  <a:solidFill>
                    <a:srgbClr val="FFFFFF"/>
                  </a:solidFill>
                </a:uFill>
                <a:latin typeface="Arial"/>
              </a:rPr>
              <a:t>Host</a:t>
            </a:r>
            <a:r>
              <a:rPr lang="en-US" sz="1200" b="0" strike="noStrike" spc="-1">
                <a:solidFill>
                  <a:srgbClr val="292929"/>
                </a:solidFill>
                <a:uFill>
                  <a:solidFill>
                    <a:srgbClr val="FFFFFF"/>
                  </a:solidFill>
                </a:uFill>
                <a:latin typeface="Arial"/>
              </a:rPr>
              <a:t> field, so leaving only the </a:t>
            </a:r>
            <a:r>
              <a:rPr lang="en-US" sz="1200" b="1" strike="noStrike" spc="-1">
                <a:solidFill>
                  <a:srgbClr val="292929"/>
                </a:solidFill>
                <a:uFill>
                  <a:solidFill>
                    <a:srgbClr val="FFFFFF"/>
                  </a:solidFill>
                </a:uFill>
                <a:latin typeface="Arial"/>
              </a:rPr>
              <a:t>Network</a:t>
            </a:r>
            <a:r>
              <a:rPr lang="en-US" sz="1200" b="0" strike="noStrike" spc="-1">
                <a:solidFill>
                  <a:srgbClr val="292929"/>
                </a:solidFill>
                <a:uFill>
                  <a:solidFill>
                    <a:srgbClr val="FFFFFF"/>
                  </a:solidFill>
                </a:uFill>
                <a:latin typeface="Arial"/>
              </a:rPr>
              <a:t> number and the </a:t>
            </a:r>
            <a:r>
              <a:rPr lang="en-US" sz="1200" b="1" strike="noStrike" spc="-1">
                <a:solidFill>
                  <a:srgbClr val="292929"/>
                </a:solidFill>
                <a:uFill>
                  <a:solidFill>
                    <a:srgbClr val="FFFFFF"/>
                  </a:solidFill>
                </a:uFill>
                <a:latin typeface="Arial"/>
              </a:rPr>
              <a:t>Subnetwork</a:t>
            </a:r>
            <a:r>
              <a:rPr lang="en-US" sz="1200" b="0" strike="noStrike" spc="-1">
                <a:solidFill>
                  <a:srgbClr val="292929"/>
                </a:solidFill>
                <a:uFill>
                  <a:solidFill>
                    <a:srgbClr val="FFFFFF"/>
                  </a:solidFill>
                </a:uFill>
                <a:latin typeface="Arial"/>
              </a:rPr>
              <a:t> number</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352"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4EACC77D-33AE-4586-A915-FE18C1BB16F4}" type="slidenum">
              <a:rPr lang="en-US" sz="1000" b="0" strike="noStrike" spc="-1">
                <a:solidFill>
                  <a:srgbClr val="292929"/>
                </a:solidFill>
                <a:uFill>
                  <a:solidFill>
                    <a:srgbClr val="FFFFFF"/>
                  </a:solidFill>
                </a:uFill>
                <a:latin typeface="Arial"/>
              </a:rPr>
              <a:t>24</a:t>
            </a:fld>
            <a:endParaRPr lang="en-US" sz="1800" b="0" strike="noStrike" spc="-1">
              <a:solidFill>
                <a:srgbClr val="000000"/>
              </a:solidFill>
              <a:uFill>
                <a:solidFill>
                  <a:srgbClr val="FFFFFF"/>
                </a:solidFill>
              </a:uFill>
              <a:latin typeface="Arial"/>
            </a:endParaRPr>
          </a:p>
        </p:txBody>
      </p:sp>
      <p:pic>
        <p:nvPicPr>
          <p:cNvPr id="353" name="Picture 10"/>
          <p:cNvPicPr/>
          <p:nvPr/>
        </p:nvPicPr>
        <p:blipFill>
          <a:blip r:embed="rId2"/>
          <a:stretch/>
        </p:blipFill>
        <p:spPr>
          <a:xfrm>
            <a:off x="5143680" y="2571840"/>
            <a:ext cx="3467880" cy="2499480"/>
          </a:xfrm>
          <a:prstGeom prst="rect">
            <a:avLst/>
          </a:prstGeom>
          <a:ln w="9360">
            <a:noFill/>
          </a:ln>
        </p:spPr>
      </p:pic>
      <p:sp>
        <p:nvSpPr>
          <p:cNvPr id="354" name="CustomShape 4"/>
          <p:cNvSpPr/>
          <p:nvPr/>
        </p:nvSpPr>
        <p:spPr>
          <a:xfrm>
            <a:off x="6015600" y="5286240"/>
            <a:ext cx="18874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4.22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55" name="CustomShape 5"/>
          <p:cNvSpPr/>
          <p:nvPr/>
        </p:nvSpPr>
        <p:spPr>
          <a:xfrm>
            <a:off x="928800" y="5943600"/>
            <a:ext cx="126576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56" name="CustomShape 6"/>
          <p:cNvSpPr/>
          <p:nvPr/>
        </p:nvSpPr>
        <p:spPr>
          <a:xfrm>
            <a:off x="7498080" y="5852160"/>
            <a:ext cx="1188720" cy="100584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Subnetting and Suppernetting (cont)</a:t>
            </a:r>
            <a:endParaRPr lang="en-US" sz="1800" b="0" strike="noStrike" spc="-1">
              <a:solidFill>
                <a:srgbClr val="000000"/>
              </a:solidFill>
              <a:uFill>
                <a:solidFill>
                  <a:srgbClr val="FFFFFF"/>
                </a:solidFill>
              </a:uFill>
              <a:latin typeface="Arial"/>
            </a:endParaRPr>
          </a:p>
        </p:txBody>
      </p:sp>
      <p:sp>
        <p:nvSpPr>
          <p:cNvPr id="358"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1AB9217F-AE36-4DAE-92D0-55E0157034D9}" type="slidenum">
              <a:rPr lang="en-US" sz="1000" b="0" strike="noStrike" spc="-1">
                <a:solidFill>
                  <a:srgbClr val="292929"/>
                </a:solidFill>
                <a:uFill>
                  <a:solidFill>
                    <a:srgbClr val="FFFFFF"/>
                  </a:solidFill>
                </a:uFill>
                <a:latin typeface="Arial"/>
              </a:rPr>
              <a:t>25</a:t>
            </a:fld>
            <a:endParaRPr lang="en-US" sz="1800" b="0" strike="noStrike" spc="-1">
              <a:solidFill>
                <a:srgbClr val="000000"/>
              </a:solidFill>
              <a:uFill>
                <a:solidFill>
                  <a:srgbClr val="FFFFFF"/>
                </a:solidFill>
              </a:uFill>
              <a:latin typeface="Arial"/>
            </a:endParaRPr>
          </a:p>
        </p:txBody>
      </p:sp>
      <p:pic>
        <p:nvPicPr>
          <p:cNvPr id="359" name="Picture 11"/>
          <p:cNvPicPr/>
          <p:nvPr/>
        </p:nvPicPr>
        <p:blipFill>
          <a:blip r:embed="rId2"/>
          <a:stretch/>
        </p:blipFill>
        <p:spPr>
          <a:xfrm>
            <a:off x="357120" y="2500200"/>
            <a:ext cx="3907800" cy="1499400"/>
          </a:xfrm>
          <a:prstGeom prst="rect">
            <a:avLst/>
          </a:prstGeom>
          <a:ln w="9360">
            <a:noFill/>
          </a:ln>
        </p:spPr>
      </p:pic>
      <p:pic>
        <p:nvPicPr>
          <p:cNvPr id="360" name="Picture 10"/>
          <p:cNvPicPr/>
          <p:nvPr/>
        </p:nvPicPr>
        <p:blipFill>
          <a:blip r:embed="rId3"/>
          <a:stretch/>
        </p:blipFill>
        <p:spPr>
          <a:xfrm>
            <a:off x="4572000" y="1928880"/>
            <a:ext cx="4214160" cy="3150360"/>
          </a:xfrm>
          <a:prstGeom prst="rect">
            <a:avLst/>
          </a:prstGeom>
          <a:ln w="9360">
            <a:noFill/>
          </a:ln>
        </p:spPr>
      </p:pic>
      <p:sp>
        <p:nvSpPr>
          <p:cNvPr id="361" name="CustomShape 3"/>
          <p:cNvSpPr/>
          <p:nvPr/>
        </p:nvSpPr>
        <p:spPr>
          <a:xfrm>
            <a:off x="1443600" y="4714920"/>
            <a:ext cx="18874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4.20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62" name="CustomShape 4"/>
          <p:cNvSpPr/>
          <p:nvPr/>
        </p:nvSpPr>
        <p:spPr>
          <a:xfrm>
            <a:off x="5801040" y="5643720"/>
            <a:ext cx="18874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4.21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63" name="CustomShape 5"/>
          <p:cNvSpPr/>
          <p:nvPr/>
        </p:nvSpPr>
        <p:spPr>
          <a:xfrm>
            <a:off x="306000" y="4214880"/>
            <a:ext cx="41018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A network with two levels of hierarchy (not subnetted)</a:t>
            </a:r>
            <a:endParaRPr lang="en-US" sz="1800" b="0" strike="noStrike" spc="-1">
              <a:solidFill>
                <a:srgbClr val="000000"/>
              </a:solidFill>
              <a:uFill>
                <a:solidFill>
                  <a:srgbClr val="FFFFFF"/>
                </a:solidFill>
              </a:uFill>
              <a:latin typeface="Arial"/>
            </a:endParaRPr>
          </a:p>
        </p:txBody>
      </p:sp>
      <p:sp>
        <p:nvSpPr>
          <p:cNvPr id="364" name="CustomShape 6"/>
          <p:cNvSpPr/>
          <p:nvPr/>
        </p:nvSpPr>
        <p:spPr>
          <a:xfrm>
            <a:off x="4731480" y="5214960"/>
            <a:ext cx="39344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A network with three levels of hierarchy (subnetted)</a:t>
            </a:r>
            <a:endParaRPr lang="en-US" sz="1800" b="0" strike="noStrike" spc="-1">
              <a:solidFill>
                <a:srgbClr val="000000"/>
              </a:solidFill>
              <a:uFill>
                <a:solidFill>
                  <a:srgbClr val="FFFFFF"/>
                </a:solidFill>
              </a:uFill>
              <a:latin typeface="Arial"/>
            </a:endParaRPr>
          </a:p>
        </p:txBody>
      </p:sp>
      <p:sp>
        <p:nvSpPr>
          <p:cNvPr id="365" name="CustomShape 7"/>
          <p:cNvSpPr/>
          <p:nvPr/>
        </p:nvSpPr>
        <p:spPr>
          <a:xfrm>
            <a:off x="914400" y="6035040"/>
            <a:ext cx="164592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66" name="CustomShape 8"/>
          <p:cNvSpPr/>
          <p:nvPr/>
        </p:nvSpPr>
        <p:spPr>
          <a:xfrm>
            <a:off x="7406640" y="5943600"/>
            <a:ext cx="155448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Subnetting and Suppernetting (cont)</a:t>
            </a:r>
            <a:endParaRPr lang="en-US" sz="1800" b="0" strike="noStrike" spc="-1">
              <a:solidFill>
                <a:srgbClr val="000000"/>
              </a:solidFill>
              <a:uFill>
                <a:solidFill>
                  <a:srgbClr val="FFFFFF"/>
                </a:solidFill>
              </a:uFill>
              <a:latin typeface="Arial"/>
            </a:endParaRPr>
          </a:p>
        </p:txBody>
      </p:sp>
      <p:sp>
        <p:nvSpPr>
          <p:cNvPr id="368"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B12FE6CE-3B1F-420E-A481-8A0709D6FD9D}" type="slidenum">
              <a:rPr lang="en-US" sz="1000" b="0" strike="noStrike" spc="-1">
                <a:solidFill>
                  <a:srgbClr val="292929"/>
                </a:solidFill>
                <a:uFill>
                  <a:solidFill>
                    <a:srgbClr val="FFFFFF"/>
                  </a:solidFill>
                </a:uFill>
                <a:latin typeface="Arial"/>
              </a:rPr>
              <a:t>26</a:t>
            </a:fld>
            <a:endParaRPr lang="en-US" sz="1800" b="0" strike="noStrike" spc="-1">
              <a:solidFill>
                <a:srgbClr val="000000"/>
              </a:solidFill>
              <a:uFill>
                <a:solidFill>
                  <a:srgbClr val="FFFFFF"/>
                </a:solidFill>
              </a:uFill>
              <a:latin typeface="Arial"/>
            </a:endParaRPr>
          </a:p>
        </p:txBody>
      </p:sp>
      <p:pic>
        <p:nvPicPr>
          <p:cNvPr id="369" name="Picture 10"/>
          <p:cNvPicPr/>
          <p:nvPr/>
        </p:nvPicPr>
        <p:blipFill>
          <a:blip r:embed="rId2"/>
          <a:stretch/>
        </p:blipFill>
        <p:spPr>
          <a:xfrm>
            <a:off x="785880" y="2143080"/>
            <a:ext cx="3479040" cy="2753640"/>
          </a:xfrm>
          <a:prstGeom prst="rect">
            <a:avLst/>
          </a:prstGeom>
          <a:ln w="9360">
            <a:noFill/>
          </a:ln>
        </p:spPr>
      </p:pic>
      <p:pic>
        <p:nvPicPr>
          <p:cNvPr id="370" name="Picture 10"/>
          <p:cNvPicPr/>
          <p:nvPr/>
        </p:nvPicPr>
        <p:blipFill>
          <a:blip r:embed="rId3"/>
          <a:stretch/>
        </p:blipFill>
        <p:spPr>
          <a:xfrm>
            <a:off x="4857840" y="3071880"/>
            <a:ext cx="3501360" cy="1399320"/>
          </a:xfrm>
          <a:prstGeom prst="rect">
            <a:avLst/>
          </a:prstGeom>
          <a:ln w="9360">
            <a:noFill/>
          </a:ln>
        </p:spPr>
      </p:pic>
      <p:sp>
        <p:nvSpPr>
          <p:cNvPr id="371" name="CustomShape 3"/>
          <p:cNvSpPr/>
          <p:nvPr/>
        </p:nvSpPr>
        <p:spPr>
          <a:xfrm>
            <a:off x="1365480" y="5143680"/>
            <a:ext cx="24224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Default mask and subnet mask</a:t>
            </a:r>
            <a:endParaRPr lang="en-US" sz="1800" b="0" strike="noStrike" spc="-1">
              <a:solidFill>
                <a:srgbClr val="000000"/>
              </a:solidFill>
              <a:uFill>
                <a:solidFill>
                  <a:srgbClr val="FFFFFF"/>
                </a:solidFill>
              </a:uFill>
              <a:latin typeface="Arial"/>
            </a:endParaRPr>
          </a:p>
        </p:txBody>
      </p:sp>
      <p:sp>
        <p:nvSpPr>
          <p:cNvPr id="372" name="CustomShape 4"/>
          <p:cNvSpPr/>
          <p:nvPr/>
        </p:nvSpPr>
        <p:spPr>
          <a:xfrm>
            <a:off x="4943520" y="4643280"/>
            <a:ext cx="378036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Comparison of a default mask and a subnet mask</a:t>
            </a:r>
            <a:endParaRPr lang="en-US" sz="1800" b="0" strike="noStrike" spc="-1">
              <a:solidFill>
                <a:srgbClr val="000000"/>
              </a:solidFill>
              <a:uFill>
                <a:solidFill>
                  <a:srgbClr val="FFFFFF"/>
                </a:solidFill>
              </a:uFill>
              <a:latin typeface="Arial"/>
            </a:endParaRPr>
          </a:p>
        </p:txBody>
      </p:sp>
      <p:sp>
        <p:nvSpPr>
          <p:cNvPr id="373" name="CustomShape 5"/>
          <p:cNvSpPr/>
          <p:nvPr/>
        </p:nvSpPr>
        <p:spPr>
          <a:xfrm>
            <a:off x="1657800" y="5643720"/>
            <a:ext cx="18874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4.24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74" name="CustomShape 6"/>
          <p:cNvSpPr/>
          <p:nvPr/>
        </p:nvSpPr>
        <p:spPr>
          <a:xfrm>
            <a:off x="6158520" y="5143680"/>
            <a:ext cx="18874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4.25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75" name="CustomShape 7"/>
          <p:cNvSpPr/>
          <p:nvPr/>
        </p:nvSpPr>
        <p:spPr>
          <a:xfrm>
            <a:off x="914400" y="6126480"/>
            <a:ext cx="137160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76" name="CustomShape 8"/>
          <p:cNvSpPr/>
          <p:nvPr/>
        </p:nvSpPr>
        <p:spPr>
          <a:xfrm>
            <a:off x="7406640" y="5943600"/>
            <a:ext cx="128016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Subnetting and Suppernetting (cont)</a:t>
            </a:r>
            <a:endParaRPr lang="en-US" sz="1800" b="0" strike="noStrike" spc="-1">
              <a:solidFill>
                <a:srgbClr val="000000"/>
              </a:solidFill>
              <a:uFill>
                <a:solidFill>
                  <a:srgbClr val="FFFFFF"/>
                </a:solidFill>
              </a:uFill>
              <a:latin typeface="Arial"/>
            </a:endParaRPr>
          </a:p>
        </p:txBody>
      </p:sp>
      <p:sp>
        <p:nvSpPr>
          <p:cNvPr id="378" name="CustomShape 2"/>
          <p:cNvSpPr/>
          <p:nvPr/>
        </p:nvSpPr>
        <p:spPr>
          <a:xfrm>
            <a:off x="683640" y="1989000"/>
            <a:ext cx="36932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In subnetting, one needs the first address of the subnet and the subnet mask to define the range of addresses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In supernetting, one needs the first address of the supernet and the supernet mask to define the range of addresses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The idea of subnetting and supernetting of classful addresses is almost obsolete</a:t>
            </a:r>
            <a:endParaRPr lang="en-US" sz="1800" b="0" strike="noStrike" spc="-1">
              <a:solidFill>
                <a:srgbClr val="000000"/>
              </a:solidFill>
              <a:uFill>
                <a:solidFill>
                  <a:srgbClr val="FFFFFF"/>
                </a:solidFill>
              </a:uFill>
              <a:latin typeface="Arial"/>
            </a:endParaRPr>
          </a:p>
        </p:txBody>
      </p:sp>
      <p:sp>
        <p:nvSpPr>
          <p:cNvPr id="379"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79BA3F4B-0E76-4AF2-BDA6-F919BE6ED4ED}" type="slidenum">
              <a:rPr lang="en-US" sz="1000" b="0" strike="noStrike" spc="-1">
                <a:solidFill>
                  <a:srgbClr val="292929"/>
                </a:solidFill>
                <a:uFill>
                  <a:solidFill>
                    <a:srgbClr val="FFFFFF"/>
                  </a:solidFill>
                </a:uFill>
                <a:latin typeface="Arial"/>
              </a:rPr>
              <a:t>27</a:t>
            </a:fld>
            <a:endParaRPr lang="en-US" sz="1800" b="0" strike="noStrike" spc="-1">
              <a:solidFill>
                <a:srgbClr val="000000"/>
              </a:solidFill>
              <a:uFill>
                <a:solidFill>
                  <a:srgbClr val="FFFFFF"/>
                </a:solidFill>
              </a:uFill>
              <a:latin typeface="Arial"/>
            </a:endParaRPr>
          </a:p>
        </p:txBody>
      </p:sp>
      <p:pic>
        <p:nvPicPr>
          <p:cNvPr id="380" name="Picture 10"/>
          <p:cNvPicPr/>
          <p:nvPr/>
        </p:nvPicPr>
        <p:blipFill>
          <a:blip r:embed="rId2"/>
          <a:stretch/>
        </p:blipFill>
        <p:spPr>
          <a:xfrm>
            <a:off x="4857840" y="2357280"/>
            <a:ext cx="3753720" cy="2552040"/>
          </a:xfrm>
          <a:prstGeom prst="rect">
            <a:avLst/>
          </a:prstGeom>
          <a:ln w="9360">
            <a:noFill/>
          </a:ln>
        </p:spPr>
      </p:pic>
      <p:sp>
        <p:nvSpPr>
          <p:cNvPr id="381" name="CustomShape 4"/>
          <p:cNvSpPr/>
          <p:nvPr/>
        </p:nvSpPr>
        <p:spPr>
          <a:xfrm>
            <a:off x="4803120" y="5143680"/>
            <a:ext cx="39052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Comparison of subnet, default and supernet masks</a:t>
            </a:r>
            <a:endParaRPr lang="en-US" sz="1800" b="0" strike="noStrike" spc="-1">
              <a:solidFill>
                <a:srgbClr val="000000"/>
              </a:solidFill>
              <a:uFill>
                <a:solidFill>
                  <a:srgbClr val="FFFFFF"/>
                </a:solidFill>
              </a:uFill>
              <a:latin typeface="Arial"/>
            </a:endParaRPr>
          </a:p>
        </p:txBody>
      </p:sp>
      <p:sp>
        <p:nvSpPr>
          <p:cNvPr id="382" name="CustomShape 5"/>
          <p:cNvSpPr/>
          <p:nvPr/>
        </p:nvSpPr>
        <p:spPr>
          <a:xfrm>
            <a:off x="5943960" y="5643720"/>
            <a:ext cx="18874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4.27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83" name="CustomShape 6"/>
          <p:cNvSpPr/>
          <p:nvPr/>
        </p:nvSpPr>
        <p:spPr>
          <a:xfrm>
            <a:off x="1005840" y="5760720"/>
            <a:ext cx="155448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84" name="CustomShape 7"/>
          <p:cNvSpPr/>
          <p:nvPr/>
        </p:nvSpPr>
        <p:spPr>
          <a:xfrm>
            <a:off x="7589520" y="6126480"/>
            <a:ext cx="10972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Subnetting and Suppernetting (cont)</a:t>
            </a:r>
            <a:endParaRPr lang="en-US" sz="1800" b="0" strike="noStrike" spc="-1">
              <a:solidFill>
                <a:srgbClr val="000000"/>
              </a:solidFill>
              <a:uFill>
                <a:solidFill>
                  <a:srgbClr val="FFFFFF"/>
                </a:solidFill>
              </a:uFill>
              <a:latin typeface="Arial"/>
            </a:endParaRPr>
          </a:p>
        </p:txBody>
      </p:sp>
      <p:sp>
        <p:nvSpPr>
          <p:cNvPr id="386"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FB900C36-44A4-4248-BFAE-293AA06EB93E}" type="slidenum">
              <a:rPr lang="en-US" sz="1000" b="0" strike="noStrike" spc="-1">
                <a:solidFill>
                  <a:srgbClr val="292929"/>
                </a:solidFill>
                <a:uFill>
                  <a:solidFill>
                    <a:srgbClr val="FFFFFF"/>
                  </a:solidFill>
                </a:uFill>
                <a:latin typeface="Arial"/>
              </a:rPr>
              <a:t>28</a:t>
            </a:fld>
            <a:endParaRPr lang="en-US" sz="1800" b="0" strike="noStrike" spc="-1">
              <a:solidFill>
                <a:srgbClr val="000000"/>
              </a:solidFill>
              <a:uFill>
                <a:solidFill>
                  <a:srgbClr val="FFFFFF"/>
                </a:solidFill>
              </a:uFill>
              <a:latin typeface="Arial"/>
            </a:endParaRPr>
          </a:p>
        </p:txBody>
      </p:sp>
      <p:pic>
        <p:nvPicPr>
          <p:cNvPr id="387" name="Picture 10"/>
          <p:cNvPicPr/>
          <p:nvPr/>
        </p:nvPicPr>
        <p:blipFill>
          <a:blip r:embed="rId2"/>
          <a:stretch/>
        </p:blipFill>
        <p:spPr>
          <a:xfrm>
            <a:off x="1928880" y="1928880"/>
            <a:ext cx="5357160" cy="3518640"/>
          </a:xfrm>
          <a:prstGeom prst="rect">
            <a:avLst/>
          </a:prstGeom>
          <a:ln w="9360">
            <a:noFill/>
          </a:ln>
        </p:spPr>
      </p:pic>
      <p:sp>
        <p:nvSpPr>
          <p:cNvPr id="388" name="CustomShape 3"/>
          <p:cNvSpPr/>
          <p:nvPr/>
        </p:nvSpPr>
        <p:spPr>
          <a:xfrm>
            <a:off x="3723840" y="5572080"/>
            <a:ext cx="18176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Example of subnetting</a:t>
            </a:r>
            <a:endParaRPr lang="en-US" sz="1800" b="0" strike="noStrike" spc="-1">
              <a:solidFill>
                <a:srgbClr val="000000"/>
              </a:solidFill>
              <a:uFill>
                <a:solidFill>
                  <a:srgbClr val="FFFFFF"/>
                </a:solidFill>
              </a:uFill>
              <a:latin typeface="Arial"/>
            </a:endParaRPr>
          </a:p>
        </p:txBody>
      </p:sp>
      <p:sp>
        <p:nvSpPr>
          <p:cNvPr id="389" name="CustomShape 4"/>
          <p:cNvSpPr/>
          <p:nvPr/>
        </p:nvSpPr>
        <p:spPr>
          <a:xfrm>
            <a:off x="3657240" y="5929200"/>
            <a:ext cx="181764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5.6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390" name="CustomShape 5"/>
          <p:cNvSpPr/>
          <p:nvPr/>
        </p:nvSpPr>
        <p:spPr>
          <a:xfrm>
            <a:off x="914400" y="5943600"/>
            <a:ext cx="164592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91" name="CustomShape 6"/>
          <p:cNvSpPr/>
          <p:nvPr/>
        </p:nvSpPr>
        <p:spPr>
          <a:xfrm>
            <a:off x="7406640" y="6035040"/>
            <a:ext cx="109728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Datagram Delivery</a:t>
            </a:r>
            <a:endParaRPr lang="en-US" sz="1800" b="0" strike="noStrike" spc="-1">
              <a:solidFill>
                <a:srgbClr val="000000"/>
              </a:solidFill>
              <a:uFill>
                <a:solidFill>
                  <a:srgbClr val="FFFFFF"/>
                </a:solidFill>
              </a:uFill>
              <a:latin typeface="Arial"/>
            </a:endParaRPr>
          </a:p>
        </p:txBody>
      </p:sp>
      <p:sp>
        <p:nvSpPr>
          <p:cNvPr id="393"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DB02BFDF-2FD3-4CAA-87C4-6AD66F70BAD8}" type="slidenum">
              <a:rPr lang="en-US" sz="1000" b="0" strike="noStrike" spc="-1">
                <a:solidFill>
                  <a:srgbClr val="292929"/>
                </a:solidFill>
                <a:uFill>
                  <a:solidFill>
                    <a:srgbClr val="FFFFFF"/>
                  </a:solidFill>
                </a:uFill>
                <a:latin typeface="Arial"/>
              </a:rPr>
              <a:t>29</a:t>
            </a:fld>
            <a:endParaRPr lang="en-US" sz="1800" b="0" strike="noStrike" spc="-1">
              <a:solidFill>
                <a:srgbClr val="000000"/>
              </a:solidFill>
              <a:uFill>
                <a:solidFill>
                  <a:srgbClr val="FFFFFF"/>
                </a:solidFill>
              </a:uFill>
              <a:latin typeface="Arial"/>
            </a:endParaRPr>
          </a:p>
        </p:txBody>
      </p:sp>
      <p:pic>
        <p:nvPicPr>
          <p:cNvPr id="394" name="Picture 5"/>
          <p:cNvPicPr/>
          <p:nvPr/>
        </p:nvPicPr>
        <p:blipFill>
          <a:blip r:embed="rId2"/>
          <a:stretch/>
        </p:blipFill>
        <p:spPr>
          <a:xfrm>
            <a:off x="1857240" y="1928880"/>
            <a:ext cx="5564880" cy="4018680"/>
          </a:xfrm>
          <a:prstGeom prst="rect">
            <a:avLst/>
          </a:prstGeom>
          <a:ln w="9360">
            <a:noFill/>
          </a:ln>
        </p:spPr>
      </p:pic>
      <p:sp>
        <p:nvSpPr>
          <p:cNvPr id="395" name="CustomShape 3"/>
          <p:cNvSpPr/>
          <p:nvPr/>
        </p:nvSpPr>
        <p:spPr>
          <a:xfrm>
            <a:off x="914400" y="6035040"/>
            <a:ext cx="155448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396" name="CustomShape 4"/>
          <p:cNvSpPr/>
          <p:nvPr/>
        </p:nvSpPr>
        <p:spPr>
          <a:xfrm>
            <a:off x="7498080" y="6126480"/>
            <a:ext cx="100584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Datagram Delivery (cont)</a:t>
            </a:r>
            <a:endParaRPr lang="en-US" sz="1800" b="0" strike="noStrike" spc="-1">
              <a:solidFill>
                <a:srgbClr val="000000"/>
              </a:solidFill>
              <a:uFill>
                <a:solidFill>
                  <a:srgbClr val="FFFFFF"/>
                </a:solidFill>
              </a:uFill>
              <a:latin typeface="Arial"/>
            </a:endParaRPr>
          </a:p>
        </p:txBody>
      </p:sp>
      <p:sp>
        <p:nvSpPr>
          <p:cNvPr id="398"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0597D33D-5659-441D-B3C5-7D6E321DAE6F}" type="slidenum">
              <a:rPr lang="en-US" sz="1000" b="0" strike="noStrike" spc="-1">
                <a:solidFill>
                  <a:srgbClr val="292929"/>
                </a:solidFill>
                <a:uFill>
                  <a:solidFill>
                    <a:srgbClr val="FFFFFF"/>
                  </a:solidFill>
                </a:uFill>
                <a:latin typeface="Arial"/>
              </a:rPr>
              <a:t>30</a:t>
            </a:fld>
            <a:endParaRPr lang="en-US" sz="1800" b="0" strike="noStrike" spc="-1">
              <a:solidFill>
                <a:srgbClr val="000000"/>
              </a:solidFill>
              <a:uFill>
                <a:solidFill>
                  <a:srgbClr val="FFFFFF"/>
                </a:solidFill>
              </a:uFill>
              <a:latin typeface="Arial"/>
            </a:endParaRPr>
          </a:p>
        </p:txBody>
      </p:sp>
      <p:pic>
        <p:nvPicPr>
          <p:cNvPr id="399" name="Picture 10"/>
          <p:cNvPicPr/>
          <p:nvPr/>
        </p:nvPicPr>
        <p:blipFill>
          <a:blip r:embed="rId2"/>
          <a:stretch/>
        </p:blipFill>
        <p:spPr>
          <a:xfrm>
            <a:off x="500040" y="2714760"/>
            <a:ext cx="3967920" cy="2180520"/>
          </a:xfrm>
          <a:prstGeom prst="rect">
            <a:avLst/>
          </a:prstGeom>
          <a:ln w="9360">
            <a:noFill/>
          </a:ln>
        </p:spPr>
      </p:pic>
      <p:pic>
        <p:nvPicPr>
          <p:cNvPr id="400" name="Picture 10"/>
          <p:cNvPicPr/>
          <p:nvPr/>
        </p:nvPicPr>
        <p:blipFill>
          <a:blip r:embed="rId3"/>
          <a:stretch/>
        </p:blipFill>
        <p:spPr>
          <a:xfrm>
            <a:off x="4856040" y="2857680"/>
            <a:ext cx="3929760" cy="1821600"/>
          </a:xfrm>
          <a:prstGeom prst="rect">
            <a:avLst/>
          </a:prstGeom>
          <a:ln w="9360">
            <a:noFill/>
          </a:ln>
        </p:spPr>
      </p:pic>
      <p:sp>
        <p:nvSpPr>
          <p:cNvPr id="401" name="CustomShape 3"/>
          <p:cNvSpPr/>
          <p:nvPr/>
        </p:nvSpPr>
        <p:spPr>
          <a:xfrm>
            <a:off x="512280" y="5214960"/>
            <a:ext cx="4101840" cy="227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900" b="1" strike="noStrike" spc="-1">
                <a:solidFill>
                  <a:srgbClr val="292929"/>
                </a:solidFill>
                <a:uFill>
                  <a:solidFill>
                    <a:srgbClr val="FFFFFF"/>
                  </a:solidFill>
                </a:uFill>
                <a:latin typeface="Arial"/>
                <a:ea typeface="DejaVu Sans"/>
              </a:rPr>
              <a:t>Simplified module for forwarding in classful address without subnetting</a:t>
            </a:r>
            <a:endParaRPr lang="en-US" sz="1800" b="0" strike="noStrike" spc="-1">
              <a:solidFill>
                <a:srgbClr val="000000"/>
              </a:solidFill>
              <a:uFill>
                <a:solidFill>
                  <a:srgbClr val="FFFFFF"/>
                </a:solidFill>
              </a:uFill>
              <a:latin typeface="Arial"/>
            </a:endParaRPr>
          </a:p>
        </p:txBody>
      </p:sp>
      <p:sp>
        <p:nvSpPr>
          <p:cNvPr id="402" name="CustomShape 4"/>
          <p:cNvSpPr/>
          <p:nvPr/>
        </p:nvSpPr>
        <p:spPr>
          <a:xfrm>
            <a:off x="1585440" y="557208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6.7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403" name="CustomShape 5"/>
          <p:cNvSpPr/>
          <p:nvPr/>
        </p:nvSpPr>
        <p:spPr>
          <a:xfrm>
            <a:off x="5943960" y="5286240"/>
            <a:ext cx="188280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6.10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404" name="CustomShape 6"/>
          <p:cNvSpPr/>
          <p:nvPr/>
        </p:nvSpPr>
        <p:spPr>
          <a:xfrm>
            <a:off x="4941000" y="4929120"/>
            <a:ext cx="3923640" cy="2271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900" b="1" strike="noStrike" spc="-1">
                <a:solidFill>
                  <a:srgbClr val="292929"/>
                </a:solidFill>
                <a:uFill>
                  <a:solidFill>
                    <a:srgbClr val="FFFFFF"/>
                  </a:solidFill>
                </a:uFill>
                <a:latin typeface="Arial"/>
                <a:ea typeface="DejaVu Sans"/>
              </a:rPr>
              <a:t>Simplified module for forwarding in classful address with subnetting</a:t>
            </a:r>
            <a:endParaRPr lang="en-US" sz="1800" b="0" strike="noStrike" spc="-1">
              <a:solidFill>
                <a:srgbClr val="000000"/>
              </a:solidFill>
              <a:uFill>
                <a:solidFill>
                  <a:srgbClr val="FFFFFF"/>
                </a:solidFill>
              </a:uFill>
              <a:latin typeface="Arial"/>
            </a:endParaRPr>
          </a:p>
        </p:txBody>
      </p:sp>
      <p:sp>
        <p:nvSpPr>
          <p:cNvPr id="405" name="CustomShape 7"/>
          <p:cNvSpPr/>
          <p:nvPr/>
        </p:nvSpPr>
        <p:spPr>
          <a:xfrm>
            <a:off x="731520" y="6035040"/>
            <a:ext cx="146304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06" name="CustomShape 8"/>
          <p:cNvSpPr/>
          <p:nvPr/>
        </p:nvSpPr>
        <p:spPr>
          <a:xfrm>
            <a:off x="7315200" y="6035040"/>
            <a:ext cx="128016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Datagram Delivery (cont)</a:t>
            </a:r>
            <a:endParaRPr lang="en-US" sz="1800" b="0" strike="noStrike" spc="-1">
              <a:solidFill>
                <a:srgbClr val="000000"/>
              </a:solidFill>
              <a:uFill>
                <a:solidFill>
                  <a:srgbClr val="FFFFFF"/>
                </a:solidFill>
              </a:uFill>
              <a:latin typeface="Arial"/>
            </a:endParaRPr>
          </a:p>
        </p:txBody>
      </p:sp>
      <p:sp>
        <p:nvSpPr>
          <p:cNvPr id="408" name="CustomShape 2"/>
          <p:cNvSpPr/>
          <p:nvPr/>
        </p:nvSpPr>
        <p:spPr>
          <a:xfrm>
            <a:off x="949320" y="1981080"/>
            <a:ext cx="375372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In classful addressing, one can have a routing table with three columns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In classless addressing, one needs at least four columns</a:t>
            </a:r>
            <a:endParaRPr lang="en-US" sz="1800" b="0" strike="noStrike" spc="-1">
              <a:solidFill>
                <a:srgbClr val="000000"/>
              </a:solidFill>
              <a:uFill>
                <a:solidFill>
                  <a:srgbClr val="FFFFFF"/>
                </a:solidFill>
              </a:uFill>
              <a:latin typeface="Arial"/>
            </a:endParaRPr>
          </a:p>
        </p:txBody>
      </p:sp>
      <p:sp>
        <p:nvSpPr>
          <p:cNvPr id="409"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A64BAD9F-F0D0-44FA-B803-5C6382E9BD63}" type="slidenum">
              <a:rPr lang="en-US" sz="1000" b="0" strike="noStrike" spc="-1">
                <a:solidFill>
                  <a:srgbClr val="292929"/>
                </a:solidFill>
                <a:uFill>
                  <a:solidFill>
                    <a:srgbClr val="FFFFFF"/>
                  </a:solidFill>
                </a:uFill>
                <a:latin typeface="Arial"/>
              </a:rPr>
              <a:t>31</a:t>
            </a:fld>
            <a:endParaRPr lang="en-US" sz="1800" b="0" strike="noStrike" spc="-1">
              <a:solidFill>
                <a:srgbClr val="000000"/>
              </a:solidFill>
              <a:uFill>
                <a:solidFill>
                  <a:srgbClr val="FFFFFF"/>
                </a:solidFill>
              </a:uFill>
              <a:latin typeface="Arial"/>
            </a:endParaRPr>
          </a:p>
        </p:txBody>
      </p:sp>
      <p:pic>
        <p:nvPicPr>
          <p:cNvPr id="410" name="Picture 10"/>
          <p:cNvPicPr/>
          <p:nvPr/>
        </p:nvPicPr>
        <p:blipFill>
          <a:blip r:embed="rId2"/>
          <a:stretch/>
        </p:blipFill>
        <p:spPr>
          <a:xfrm>
            <a:off x="4857840" y="2643120"/>
            <a:ext cx="3785400" cy="856440"/>
          </a:xfrm>
          <a:prstGeom prst="rect">
            <a:avLst/>
          </a:prstGeom>
          <a:ln w="9360">
            <a:noFill/>
          </a:ln>
        </p:spPr>
      </p:pic>
      <p:sp>
        <p:nvSpPr>
          <p:cNvPr id="411" name="CustomShape 4"/>
          <p:cNvSpPr/>
          <p:nvPr/>
        </p:nvSpPr>
        <p:spPr>
          <a:xfrm>
            <a:off x="5586120" y="3714840"/>
            <a:ext cx="25552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Common fields in a routing table</a:t>
            </a:r>
            <a:endParaRPr lang="en-US" sz="1800" b="0" strike="noStrike" spc="-1">
              <a:solidFill>
                <a:srgbClr val="000000"/>
              </a:solidFill>
              <a:uFill>
                <a:solidFill>
                  <a:srgbClr val="FFFFFF"/>
                </a:solidFill>
              </a:uFill>
              <a:latin typeface="Arial"/>
            </a:endParaRPr>
          </a:p>
        </p:txBody>
      </p:sp>
      <p:sp>
        <p:nvSpPr>
          <p:cNvPr id="412" name="CustomShape 5"/>
          <p:cNvSpPr/>
          <p:nvPr/>
        </p:nvSpPr>
        <p:spPr>
          <a:xfrm>
            <a:off x="6015600" y="4143240"/>
            <a:ext cx="188748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6.18 – Forouzan 3</a:t>
            </a:r>
            <a:r>
              <a:rPr lang="en-US" sz="1000" b="0" strike="noStrike" spc="-1" baseline="30000">
                <a:solidFill>
                  <a:srgbClr val="292929"/>
                </a:solidFill>
                <a:uFill>
                  <a:solidFill>
                    <a:srgbClr val="FFFFFF"/>
                  </a:solidFill>
                </a:uFill>
                <a:latin typeface="Arial"/>
                <a:ea typeface="DejaVu Sans"/>
              </a:rPr>
              <a:t>rd</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413" name="CustomShape 6"/>
          <p:cNvSpPr/>
          <p:nvPr/>
        </p:nvSpPr>
        <p:spPr>
          <a:xfrm>
            <a:off x="822960" y="5943600"/>
            <a:ext cx="146304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14" name="CustomShape 7"/>
          <p:cNvSpPr/>
          <p:nvPr/>
        </p:nvSpPr>
        <p:spPr>
          <a:xfrm>
            <a:off x="7498080" y="5943600"/>
            <a:ext cx="1005840" cy="82296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Finding the Local Router</a:t>
            </a:r>
            <a:endParaRPr lang="en-US" sz="1800" b="0" strike="noStrike" spc="-1">
              <a:solidFill>
                <a:srgbClr val="000000"/>
              </a:solidFill>
              <a:uFill>
                <a:solidFill>
                  <a:srgbClr val="FFFFFF"/>
                </a:solidFill>
              </a:uFill>
              <a:latin typeface="Arial"/>
            </a:endParaRPr>
          </a:p>
        </p:txBody>
      </p:sp>
      <p:sp>
        <p:nvSpPr>
          <p:cNvPr id="416" name="CustomShape 2"/>
          <p:cNvSpPr/>
          <p:nvPr/>
        </p:nvSpPr>
        <p:spPr>
          <a:xfrm>
            <a:off x="928800" y="1928880"/>
            <a:ext cx="7660440" cy="42141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Question: what to do when there are more routers in a network, and not one? To which router send the datagram?</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Another question: how to learn the addresses of these routers?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Discovery procedures </a:t>
            </a:r>
            <a:r>
              <a:rPr lang="en-US" sz="1200" b="0" strike="noStrike" spc="-1">
                <a:solidFill>
                  <a:srgbClr val="292929"/>
                </a:solidFill>
                <a:uFill>
                  <a:solidFill>
                    <a:srgbClr val="FFFFFF"/>
                  </a:solidFill>
                </a:uFill>
                <a:latin typeface="Arial"/>
              </a:rPr>
              <a:t>are used to answer these questions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Discovery procedures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200" b="1" strike="noStrike" spc="-1">
                <a:solidFill>
                  <a:srgbClr val="292929"/>
                </a:solidFill>
                <a:uFill>
                  <a:solidFill>
                    <a:srgbClr val="FFFFFF"/>
                  </a:solidFill>
                </a:uFill>
                <a:latin typeface="Arial"/>
              </a:rPr>
              <a:t>Static</a:t>
            </a:r>
            <a:r>
              <a:rPr lang="en-US" sz="1200" b="0" strike="noStrike" spc="-1">
                <a:solidFill>
                  <a:srgbClr val="292929"/>
                </a:solidFill>
                <a:uFill>
                  <a:solidFill>
                    <a:srgbClr val="FFFFFF"/>
                  </a:solidFill>
                </a:uFill>
                <a:latin typeface="Arial"/>
              </a:rPr>
              <a:t> (system manager, difficult)</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200" b="1" strike="noStrike" spc="-1">
                <a:solidFill>
                  <a:srgbClr val="292929"/>
                </a:solidFill>
                <a:uFill>
                  <a:solidFill>
                    <a:srgbClr val="FFFFFF"/>
                  </a:solidFill>
                </a:uFill>
                <a:latin typeface="Arial"/>
              </a:rPr>
              <a:t>Dynamic</a:t>
            </a:r>
            <a:r>
              <a:rPr lang="en-US" sz="1200" b="0" strike="noStrike" spc="-1">
                <a:solidFill>
                  <a:srgbClr val="292929"/>
                </a:solidFill>
                <a:uFill>
                  <a:solidFill>
                    <a:srgbClr val="FFFFFF"/>
                  </a:solidFill>
                </a:uFill>
                <a:latin typeface="Arial"/>
              </a:rPr>
              <a:t>, by using ICMP messages of type </a:t>
            </a:r>
            <a:r>
              <a:rPr lang="en-US" sz="1200" b="1" strike="noStrike" spc="-1">
                <a:solidFill>
                  <a:srgbClr val="292929"/>
                </a:solidFill>
                <a:uFill>
                  <a:solidFill>
                    <a:srgbClr val="FFFFFF"/>
                  </a:solidFill>
                </a:uFill>
                <a:latin typeface="Arial"/>
              </a:rPr>
              <a:t>advertisements </a:t>
            </a:r>
            <a:r>
              <a:rPr lang="en-US" sz="1200" b="0" strike="noStrike" spc="-1">
                <a:solidFill>
                  <a:srgbClr val="292929"/>
                </a:solidFill>
                <a:uFill>
                  <a:solidFill>
                    <a:srgbClr val="FFFFFF"/>
                  </a:solidFill>
                </a:uFill>
                <a:latin typeface="Arial"/>
              </a:rPr>
              <a:t>and</a:t>
            </a:r>
            <a:r>
              <a:rPr lang="en-US" sz="1200" b="1" strike="noStrike" spc="-1">
                <a:solidFill>
                  <a:srgbClr val="292929"/>
                </a:solidFill>
                <a:uFill>
                  <a:solidFill>
                    <a:srgbClr val="FFFFFF"/>
                  </a:solidFill>
                </a:uFill>
                <a:latin typeface="Arial"/>
              </a:rPr>
              <a:t> solicitations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Advertisements</a:t>
            </a:r>
            <a:r>
              <a:rPr lang="en-US" sz="1200" b="0" strike="noStrike" spc="-1">
                <a:solidFill>
                  <a:srgbClr val="292929"/>
                </a:solidFill>
                <a:uFill>
                  <a:solidFill>
                    <a:srgbClr val="FFFFFF"/>
                  </a:solidFill>
                </a:uFill>
                <a:latin typeface="Arial"/>
              </a:rPr>
              <a:t> are broadcasted by the routers to the Internet (every 7th minute)</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1" strike="noStrike" spc="-1">
                <a:solidFill>
                  <a:srgbClr val="292929"/>
                </a:solidFill>
                <a:uFill>
                  <a:solidFill>
                    <a:srgbClr val="FFFFFF"/>
                  </a:solidFill>
                </a:uFill>
                <a:latin typeface="Arial"/>
              </a:rPr>
              <a:t>Solicitations:</a:t>
            </a:r>
            <a:r>
              <a:rPr lang="en-US" sz="1200" b="0" strike="noStrike" spc="-1">
                <a:solidFill>
                  <a:srgbClr val="292929"/>
                </a:solidFill>
                <a:uFill>
                  <a:solidFill>
                    <a:srgbClr val="FFFFFF"/>
                  </a:solidFill>
                </a:uFill>
                <a:latin typeface="Arial"/>
              </a:rPr>
              <a:t> the hosts may trigger the emission of these messages</a:t>
            </a:r>
            <a:endParaRPr lang="en-US" sz="1800" b="0" strike="noStrike" spc="-1">
              <a:solidFill>
                <a:srgbClr val="000000"/>
              </a:solidFill>
              <a:uFill>
                <a:solidFill>
                  <a:srgbClr val="FFFFFF"/>
                </a:solidFill>
              </a:uFill>
              <a:latin typeface="Arial"/>
            </a:endParaRPr>
          </a:p>
        </p:txBody>
      </p:sp>
      <p:sp>
        <p:nvSpPr>
          <p:cNvPr id="417"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7265789C-815D-49D9-A894-D0788D1DD400}" type="slidenum">
              <a:rPr lang="en-US" sz="1000" b="0" strike="noStrike" spc="-1">
                <a:solidFill>
                  <a:srgbClr val="292929"/>
                </a:solidFill>
                <a:uFill>
                  <a:solidFill>
                    <a:srgbClr val="FFFFFF"/>
                  </a:solidFill>
                </a:uFill>
                <a:latin typeface="Arial"/>
              </a:rPr>
              <a:t>32</a:t>
            </a:fld>
            <a:endParaRPr lang="en-US" sz="1800" b="0" strike="noStrike" spc="-1">
              <a:solidFill>
                <a:srgbClr val="000000"/>
              </a:solidFill>
              <a:uFill>
                <a:solidFill>
                  <a:srgbClr val="FFFFFF"/>
                </a:solidFill>
              </a:uFill>
              <a:latin typeface="Arial"/>
            </a:endParaRPr>
          </a:p>
        </p:txBody>
      </p:sp>
      <p:sp>
        <p:nvSpPr>
          <p:cNvPr id="418" name="CustomShape 4"/>
          <p:cNvSpPr/>
          <p:nvPr/>
        </p:nvSpPr>
        <p:spPr>
          <a:xfrm>
            <a:off x="822960" y="6035040"/>
            <a:ext cx="15544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19" name="CustomShape 5"/>
          <p:cNvSpPr/>
          <p:nvPr/>
        </p:nvSpPr>
        <p:spPr>
          <a:xfrm>
            <a:off x="7406640" y="6035040"/>
            <a:ext cx="137160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Routers</a:t>
            </a:r>
            <a:endParaRPr lang="en-US" sz="1800" b="0" strike="noStrike" spc="-1">
              <a:solidFill>
                <a:srgbClr val="000000"/>
              </a:solidFill>
              <a:uFill>
                <a:solidFill>
                  <a:srgbClr val="FFFFFF"/>
                </a:solidFill>
              </a:uFill>
              <a:latin typeface="Arial"/>
            </a:endParaRPr>
          </a:p>
        </p:txBody>
      </p:sp>
      <p:sp>
        <p:nvSpPr>
          <p:cNvPr id="421"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B8329BCE-C7C9-4CE7-8180-D1F6BB6DA220}" type="slidenum">
              <a:rPr lang="en-US" sz="1000" b="0" strike="noStrike" spc="-1">
                <a:solidFill>
                  <a:srgbClr val="292929"/>
                </a:solidFill>
                <a:uFill>
                  <a:solidFill>
                    <a:srgbClr val="FFFFFF"/>
                  </a:solidFill>
                </a:uFill>
                <a:latin typeface="Arial"/>
              </a:rPr>
              <a:t>33</a:t>
            </a:fld>
            <a:endParaRPr lang="en-US" sz="1800" b="0" strike="noStrike" spc="-1">
              <a:solidFill>
                <a:srgbClr val="000000"/>
              </a:solidFill>
              <a:uFill>
                <a:solidFill>
                  <a:srgbClr val="FFFFFF"/>
                </a:solidFill>
              </a:uFill>
              <a:latin typeface="Arial"/>
            </a:endParaRPr>
          </a:p>
        </p:txBody>
      </p:sp>
      <p:pic>
        <p:nvPicPr>
          <p:cNvPr id="422" name="Picture 11"/>
          <p:cNvPicPr/>
          <p:nvPr/>
        </p:nvPicPr>
        <p:blipFill>
          <a:blip r:embed="rId2"/>
          <a:stretch/>
        </p:blipFill>
        <p:spPr>
          <a:xfrm>
            <a:off x="857160" y="2571840"/>
            <a:ext cx="3825000" cy="2056680"/>
          </a:xfrm>
          <a:prstGeom prst="rect">
            <a:avLst/>
          </a:prstGeom>
          <a:ln w="9360">
            <a:noFill/>
          </a:ln>
        </p:spPr>
      </p:pic>
      <p:sp>
        <p:nvSpPr>
          <p:cNvPr id="423" name="CustomShape 3"/>
          <p:cNvSpPr/>
          <p:nvPr/>
        </p:nvSpPr>
        <p:spPr>
          <a:xfrm>
            <a:off x="3866040" y="5214960"/>
            <a:ext cx="16210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Router components</a:t>
            </a:r>
            <a:endParaRPr lang="en-US" sz="1800" b="0" strike="noStrike" spc="-1">
              <a:solidFill>
                <a:srgbClr val="000000"/>
              </a:solidFill>
              <a:uFill>
                <a:solidFill>
                  <a:srgbClr val="FFFFFF"/>
                </a:solidFill>
              </a:uFill>
              <a:latin typeface="Arial"/>
            </a:endParaRPr>
          </a:p>
        </p:txBody>
      </p:sp>
      <p:sp>
        <p:nvSpPr>
          <p:cNvPr id="424" name="CustomShape 4"/>
          <p:cNvSpPr/>
          <p:nvPr/>
        </p:nvSpPr>
        <p:spPr>
          <a:xfrm>
            <a:off x="3302640" y="5643720"/>
            <a:ext cx="278820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Figs 6.22, 6.23 and 6.24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pic>
        <p:nvPicPr>
          <p:cNvPr id="425" name="Picture 10"/>
          <p:cNvPicPr/>
          <p:nvPr/>
        </p:nvPicPr>
        <p:blipFill>
          <a:blip r:embed="rId3"/>
          <a:stretch/>
        </p:blipFill>
        <p:spPr>
          <a:xfrm>
            <a:off x="5000760" y="2500200"/>
            <a:ext cx="3428280" cy="988200"/>
          </a:xfrm>
          <a:prstGeom prst="rect">
            <a:avLst/>
          </a:prstGeom>
          <a:ln w="9360">
            <a:noFill/>
          </a:ln>
        </p:spPr>
      </p:pic>
      <p:pic>
        <p:nvPicPr>
          <p:cNvPr id="426" name="Picture 10"/>
          <p:cNvPicPr/>
          <p:nvPr/>
        </p:nvPicPr>
        <p:blipFill>
          <a:blip r:embed="rId4"/>
          <a:stretch/>
        </p:blipFill>
        <p:spPr>
          <a:xfrm>
            <a:off x="5072040" y="4143240"/>
            <a:ext cx="3428280" cy="990000"/>
          </a:xfrm>
          <a:prstGeom prst="rect">
            <a:avLst/>
          </a:prstGeom>
          <a:ln w="9360">
            <a:noFill/>
          </a:ln>
        </p:spPr>
      </p:pic>
      <p:sp>
        <p:nvSpPr>
          <p:cNvPr id="427" name="CustomShape 5"/>
          <p:cNvSpPr/>
          <p:nvPr/>
        </p:nvSpPr>
        <p:spPr>
          <a:xfrm>
            <a:off x="822960" y="6035040"/>
            <a:ext cx="164592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28" name="CustomShape 6"/>
          <p:cNvSpPr/>
          <p:nvPr/>
        </p:nvSpPr>
        <p:spPr>
          <a:xfrm>
            <a:off x="7406640" y="6035040"/>
            <a:ext cx="146304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Switches</a:t>
            </a:r>
            <a:endParaRPr lang="en-US" sz="1800" b="0" strike="noStrike" spc="-1">
              <a:solidFill>
                <a:srgbClr val="000000"/>
              </a:solidFill>
              <a:uFill>
                <a:solidFill>
                  <a:srgbClr val="FFFFFF"/>
                </a:solidFill>
              </a:uFill>
              <a:latin typeface="Arial"/>
            </a:endParaRPr>
          </a:p>
        </p:txBody>
      </p:sp>
      <p:sp>
        <p:nvSpPr>
          <p:cNvPr id="430" name="CustomShape 2"/>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43C5C4F9-29FF-4E34-8D7B-BA474AE38962}" type="slidenum">
              <a:rPr lang="en-US" sz="1000" b="0" strike="noStrike" spc="-1">
                <a:solidFill>
                  <a:srgbClr val="292929"/>
                </a:solidFill>
                <a:uFill>
                  <a:solidFill>
                    <a:srgbClr val="FFFFFF"/>
                  </a:solidFill>
                </a:uFill>
                <a:latin typeface="Arial"/>
              </a:rPr>
              <a:t>34</a:t>
            </a:fld>
            <a:endParaRPr lang="en-US" sz="1800" b="0" strike="noStrike" spc="-1">
              <a:solidFill>
                <a:srgbClr val="000000"/>
              </a:solidFill>
              <a:uFill>
                <a:solidFill>
                  <a:srgbClr val="FFFFFF"/>
                </a:solidFill>
              </a:uFill>
              <a:latin typeface="Arial"/>
            </a:endParaRPr>
          </a:p>
        </p:txBody>
      </p:sp>
      <p:pic>
        <p:nvPicPr>
          <p:cNvPr id="431" name="Picture 10"/>
          <p:cNvPicPr/>
          <p:nvPr/>
        </p:nvPicPr>
        <p:blipFill>
          <a:blip r:embed="rId2"/>
          <a:stretch/>
        </p:blipFill>
        <p:spPr>
          <a:xfrm>
            <a:off x="1214280" y="2587680"/>
            <a:ext cx="3142440" cy="2340720"/>
          </a:xfrm>
          <a:prstGeom prst="rect">
            <a:avLst/>
          </a:prstGeom>
          <a:ln w="9360">
            <a:noFill/>
          </a:ln>
        </p:spPr>
      </p:pic>
      <p:pic>
        <p:nvPicPr>
          <p:cNvPr id="432" name="Picture 10"/>
          <p:cNvPicPr/>
          <p:nvPr/>
        </p:nvPicPr>
        <p:blipFill>
          <a:blip r:embed="rId3"/>
          <a:stretch/>
        </p:blipFill>
        <p:spPr>
          <a:xfrm>
            <a:off x="4857840" y="2286000"/>
            <a:ext cx="3753720" cy="2382120"/>
          </a:xfrm>
          <a:prstGeom prst="rect">
            <a:avLst/>
          </a:prstGeom>
          <a:ln w="9360">
            <a:noFill/>
          </a:ln>
        </p:spPr>
      </p:pic>
      <p:sp>
        <p:nvSpPr>
          <p:cNvPr id="433" name="CustomShape 3"/>
          <p:cNvSpPr/>
          <p:nvPr/>
        </p:nvSpPr>
        <p:spPr>
          <a:xfrm>
            <a:off x="2577240" y="5143680"/>
            <a:ext cx="13694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Crossbar switch</a:t>
            </a:r>
            <a:endParaRPr lang="en-US" sz="1800" b="0" strike="noStrike" spc="-1">
              <a:solidFill>
                <a:srgbClr val="000000"/>
              </a:solidFill>
              <a:uFill>
                <a:solidFill>
                  <a:srgbClr val="FFFFFF"/>
                </a:solidFill>
              </a:uFill>
              <a:latin typeface="Arial"/>
            </a:endParaRPr>
          </a:p>
        </p:txBody>
      </p:sp>
      <p:sp>
        <p:nvSpPr>
          <p:cNvPr id="434" name="CustomShape 4"/>
          <p:cNvSpPr/>
          <p:nvPr/>
        </p:nvSpPr>
        <p:spPr>
          <a:xfrm>
            <a:off x="6292080" y="4929120"/>
            <a:ext cx="12506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Banyan switch</a:t>
            </a:r>
            <a:endParaRPr lang="en-US" sz="1800" b="0" strike="noStrike" spc="-1">
              <a:solidFill>
                <a:srgbClr val="000000"/>
              </a:solidFill>
              <a:uFill>
                <a:solidFill>
                  <a:srgbClr val="FFFFFF"/>
                </a:solidFill>
              </a:uFill>
              <a:latin typeface="Arial"/>
            </a:endParaRPr>
          </a:p>
        </p:txBody>
      </p:sp>
      <p:sp>
        <p:nvSpPr>
          <p:cNvPr id="435" name="CustomShape 5"/>
          <p:cNvSpPr/>
          <p:nvPr/>
        </p:nvSpPr>
        <p:spPr>
          <a:xfrm>
            <a:off x="3516120" y="5643720"/>
            <a:ext cx="247284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Figs 6.25 and 6.26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436" name="CustomShape 6"/>
          <p:cNvSpPr/>
          <p:nvPr/>
        </p:nvSpPr>
        <p:spPr>
          <a:xfrm>
            <a:off x="548640" y="6035040"/>
            <a:ext cx="182880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37" name="CustomShape 7"/>
          <p:cNvSpPr/>
          <p:nvPr/>
        </p:nvSpPr>
        <p:spPr>
          <a:xfrm>
            <a:off x="7498080" y="6035040"/>
            <a:ext cx="10972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ICMPv4</a:t>
            </a:r>
            <a:endParaRPr lang="en-US" sz="1800" b="0" strike="noStrike" spc="-1">
              <a:solidFill>
                <a:srgbClr val="000000"/>
              </a:solidFill>
              <a:uFill>
                <a:solidFill>
                  <a:srgbClr val="FFFFFF"/>
                </a:solidFill>
              </a:uFill>
              <a:latin typeface="Arial"/>
            </a:endParaRPr>
          </a:p>
        </p:txBody>
      </p:sp>
      <p:sp>
        <p:nvSpPr>
          <p:cNvPr id="439" name="CustomShape 2"/>
          <p:cNvSpPr/>
          <p:nvPr/>
        </p:nvSpPr>
        <p:spPr>
          <a:xfrm>
            <a:off x="611640" y="1989000"/>
            <a:ext cx="417564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100" b="0" strike="noStrike" spc="-1">
                <a:solidFill>
                  <a:srgbClr val="292929"/>
                </a:solidFill>
                <a:uFill>
                  <a:solidFill>
                    <a:srgbClr val="FFFFFF"/>
                  </a:solidFill>
                </a:uFill>
                <a:latin typeface="Arial"/>
              </a:rPr>
              <a:t>Used by hosts, routers and gateways to communicate information to each other, mostly for signaling/diagnostic error conditions; it provides feedback information about network problems [RFC 792]</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100" b="0" strike="noStrike" spc="-1">
                <a:solidFill>
                  <a:srgbClr val="292929"/>
                </a:solidFill>
                <a:uFill>
                  <a:solidFill>
                    <a:srgbClr val="FFFFFF"/>
                  </a:solidFill>
                </a:uFill>
                <a:latin typeface="Arial"/>
              </a:rPr>
              <a:t>Most ICMP messages are diagnostic information that is sent back to the source when a router destroys a packet, e.g., when the routing can not be solved (</a:t>
            </a:r>
            <a:r>
              <a:rPr lang="en-US" sz="1100" b="0" i="1" strike="noStrike" spc="-1">
                <a:solidFill>
                  <a:srgbClr val="292929"/>
                </a:solidFill>
                <a:uFill>
                  <a:solidFill>
                    <a:srgbClr val="FFFFFF"/>
                  </a:solidFill>
                </a:uFill>
                <a:latin typeface="Arial"/>
              </a:rPr>
              <a:t>destination unreachable</a:t>
            </a:r>
            <a:r>
              <a:rPr lang="en-US" sz="1100" b="0" strike="noStrike" spc="-1">
                <a:solidFill>
                  <a:srgbClr val="292929"/>
                </a:solidFill>
                <a:uFill>
                  <a:solidFill>
                    <a:srgbClr val="FFFFFF"/>
                  </a:solidFill>
                </a:uFill>
                <a:latin typeface="Arial"/>
              </a:rPr>
              <a:t>) or when TTL expires (</a:t>
            </a:r>
            <a:r>
              <a:rPr lang="en-US" sz="1100" b="0" i="1" strike="noStrike" spc="-1">
                <a:solidFill>
                  <a:srgbClr val="292929"/>
                </a:solidFill>
                <a:uFill>
                  <a:solidFill>
                    <a:srgbClr val="FFFFFF"/>
                  </a:solidFill>
                </a:uFill>
                <a:latin typeface="Arial"/>
              </a:rPr>
              <a:t>time exceeded</a:t>
            </a:r>
            <a:r>
              <a:rPr lang="en-US" sz="1100" b="0" strike="noStrike" spc="-1">
                <a:solidFill>
                  <a:srgbClr val="292929"/>
                </a:solidFill>
                <a:uFill>
                  <a:solidFill>
                    <a:srgbClr val="FFFFFF"/>
                  </a:solidFill>
                </a:uFill>
                <a:latin typeface="Arial"/>
              </a:rPr>
              <a:t>) or when a router detects a congestion (</a:t>
            </a:r>
            <a:r>
              <a:rPr lang="en-US" sz="1100" b="0" i="1" strike="noStrike" spc="-1">
                <a:solidFill>
                  <a:srgbClr val="292929"/>
                </a:solidFill>
                <a:uFill>
                  <a:solidFill>
                    <a:srgbClr val="FFFFFF"/>
                  </a:solidFill>
                </a:uFill>
                <a:latin typeface="Arial"/>
              </a:rPr>
              <a:t>source quench</a:t>
            </a:r>
            <a:r>
              <a:rPr lang="en-US" sz="1100" b="0" strike="noStrike" spc="-1">
                <a:solidFill>
                  <a:srgbClr val="292929"/>
                </a:solidFill>
                <a:uFill>
                  <a:solidFill>
                    <a:srgbClr val="FFFFFF"/>
                  </a:solidFill>
                </a:uFill>
                <a:latin typeface="Arial"/>
              </a:rPr>
              <a: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100" b="0" strike="noStrike" spc="-1">
                <a:solidFill>
                  <a:srgbClr val="292929"/>
                </a:solidFill>
                <a:uFill>
                  <a:solidFill>
                    <a:srgbClr val="FFFFFF"/>
                  </a:solidFill>
                </a:uFill>
                <a:latin typeface="Arial"/>
              </a:rPr>
              <a:t>ICMP also defines an </a:t>
            </a:r>
            <a:r>
              <a:rPr lang="en-US" sz="1100" b="0" i="1" strike="noStrike" spc="-1">
                <a:solidFill>
                  <a:srgbClr val="292929"/>
                </a:solidFill>
                <a:uFill>
                  <a:solidFill>
                    <a:srgbClr val="FFFFFF"/>
                  </a:solidFill>
                </a:uFill>
                <a:latin typeface="Arial"/>
              </a:rPr>
              <a:t>echo</a:t>
            </a:r>
            <a:r>
              <a:rPr lang="en-US" sz="1100" b="0" strike="noStrike" spc="-1">
                <a:solidFill>
                  <a:srgbClr val="292929"/>
                </a:solidFill>
                <a:uFill>
                  <a:solidFill>
                    <a:srgbClr val="FFFFFF"/>
                  </a:solidFill>
                </a:uFill>
                <a:latin typeface="Arial"/>
              </a:rPr>
              <a:t> function that can be used for testing connectivity (</a:t>
            </a:r>
            <a:r>
              <a:rPr lang="en-US" sz="1100" b="0" i="1" strike="noStrike" spc="-1">
                <a:solidFill>
                  <a:srgbClr val="292929"/>
                </a:solidFill>
                <a:uFill>
                  <a:solidFill>
                    <a:srgbClr val="FFFFFF"/>
                  </a:solidFill>
                </a:uFill>
                <a:latin typeface="Arial"/>
              </a:rPr>
              <a:t>ping</a:t>
            </a:r>
            <a:r>
              <a:rPr lang="en-US" sz="1100" b="0" strike="noStrike" spc="-1">
                <a:solidFill>
                  <a:srgbClr val="292929"/>
                </a:solidFill>
                <a:uFill>
                  <a:solidFill>
                    <a:srgbClr val="FFFFFF"/>
                  </a:solidFill>
                </a:uFill>
                <a:latin typeface="Arial"/>
              </a:rPr>
              <a: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100" b="0" strike="noStrike" spc="-1">
                <a:solidFill>
                  <a:srgbClr val="292929"/>
                </a:solidFill>
                <a:uFill>
                  <a:solidFill>
                    <a:srgbClr val="FFFFFF"/>
                  </a:solidFill>
                </a:uFill>
                <a:latin typeface="Arial"/>
              </a:rPr>
              <a:t>ICMP is considered as part of IP but architecturally it lies just above IP, as ICMP messages are carried inside IP datagrams</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100" b="0" strike="noStrike" spc="-1">
                <a:solidFill>
                  <a:srgbClr val="292929"/>
                </a:solidFill>
                <a:uFill>
                  <a:solidFill>
                    <a:srgbClr val="FFFFFF"/>
                  </a:solidFill>
                </a:uFill>
                <a:latin typeface="Arial"/>
              </a:rPr>
              <a:t>Software that are using ICMP: </a:t>
            </a:r>
            <a:r>
              <a:rPr lang="en-US" sz="1100" b="0" i="1" strike="noStrike" spc="-1">
                <a:solidFill>
                  <a:srgbClr val="292929"/>
                </a:solidFill>
                <a:uFill>
                  <a:solidFill>
                    <a:srgbClr val="FFFFFF"/>
                  </a:solidFill>
                </a:uFill>
                <a:latin typeface="Arial"/>
              </a:rPr>
              <a:t>ping</a:t>
            </a:r>
            <a:r>
              <a:rPr lang="en-US" sz="1100" b="0" strike="noStrike" spc="-1">
                <a:solidFill>
                  <a:srgbClr val="292929"/>
                </a:solidFill>
                <a:uFill>
                  <a:solidFill>
                    <a:srgbClr val="FFFFFF"/>
                  </a:solidFill>
                </a:uFill>
                <a:latin typeface="Arial"/>
              </a:rPr>
              <a:t>, </a:t>
            </a:r>
            <a:r>
              <a:rPr lang="en-US" sz="1100" b="0" i="1" strike="noStrike" spc="-1">
                <a:solidFill>
                  <a:srgbClr val="292929"/>
                </a:solidFill>
                <a:uFill>
                  <a:solidFill>
                    <a:srgbClr val="FFFFFF"/>
                  </a:solidFill>
                </a:uFill>
                <a:latin typeface="Arial"/>
              </a:rPr>
              <a:t>traceroute</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440"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17165E67-D861-4BE1-B1D2-2615167D2A27}" type="slidenum">
              <a:rPr lang="en-US" sz="1000" b="0" strike="noStrike" spc="-1">
                <a:solidFill>
                  <a:srgbClr val="292929"/>
                </a:solidFill>
                <a:uFill>
                  <a:solidFill>
                    <a:srgbClr val="FFFFFF"/>
                  </a:solidFill>
                </a:uFill>
                <a:latin typeface="Arial"/>
              </a:rPr>
              <a:t>35</a:t>
            </a:fld>
            <a:endParaRPr lang="en-US" sz="1800" b="0" strike="noStrike" spc="-1">
              <a:solidFill>
                <a:srgbClr val="000000"/>
              </a:solidFill>
              <a:uFill>
                <a:solidFill>
                  <a:srgbClr val="FFFFFF"/>
                </a:solidFill>
              </a:uFill>
              <a:latin typeface="Arial"/>
            </a:endParaRPr>
          </a:p>
        </p:txBody>
      </p:sp>
      <p:pic>
        <p:nvPicPr>
          <p:cNvPr id="441" name="Picture 10"/>
          <p:cNvPicPr/>
          <p:nvPr/>
        </p:nvPicPr>
        <p:blipFill>
          <a:blip r:embed="rId2"/>
          <a:stretch/>
        </p:blipFill>
        <p:spPr>
          <a:xfrm>
            <a:off x="5004000" y="2709000"/>
            <a:ext cx="3682440" cy="1715400"/>
          </a:xfrm>
          <a:prstGeom prst="rect">
            <a:avLst/>
          </a:prstGeom>
          <a:ln w="9360">
            <a:noFill/>
          </a:ln>
        </p:spPr>
      </p:pic>
      <p:sp>
        <p:nvSpPr>
          <p:cNvPr id="442" name="CustomShape 4"/>
          <p:cNvSpPr/>
          <p:nvPr/>
        </p:nvSpPr>
        <p:spPr>
          <a:xfrm>
            <a:off x="6452640" y="4653000"/>
            <a:ext cx="162864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ICMP encapsulation</a:t>
            </a:r>
            <a:endParaRPr lang="en-US" sz="1800" b="0" strike="noStrike" spc="-1">
              <a:solidFill>
                <a:srgbClr val="000000"/>
              </a:solidFill>
              <a:uFill>
                <a:solidFill>
                  <a:srgbClr val="FFFFFF"/>
                </a:solidFill>
              </a:uFill>
              <a:latin typeface="Arial"/>
            </a:endParaRPr>
          </a:p>
        </p:txBody>
      </p:sp>
      <p:sp>
        <p:nvSpPr>
          <p:cNvPr id="443" name="CustomShape 5"/>
          <p:cNvSpPr/>
          <p:nvPr/>
        </p:nvSpPr>
        <p:spPr>
          <a:xfrm>
            <a:off x="6386040" y="5085360"/>
            <a:ext cx="181296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Fig 9.2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444" name="CustomShape 6"/>
          <p:cNvSpPr/>
          <p:nvPr/>
        </p:nvSpPr>
        <p:spPr>
          <a:xfrm>
            <a:off x="611640" y="6035040"/>
            <a:ext cx="1857240" cy="64008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45" name="CustomShape 7"/>
          <p:cNvSpPr/>
          <p:nvPr/>
        </p:nvSpPr>
        <p:spPr>
          <a:xfrm>
            <a:off x="7498080" y="6035040"/>
            <a:ext cx="10972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ICMPv4 (cont)</a:t>
            </a:r>
            <a:endParaRPr lang="en-US" sz="1800" b="0" strike="noStrike" spc="-1">
              <a:solidFill>
                <a:srgbClr val="000000"/>
              </a:solidFill>
              <a:uFill>
                <a:solidFill>
                  <a:srgbClr val="FFFFFF"/>
                </a:solidFill>
              </a:uFill>
              <a:latin typeface="Arial"/>
            </a:endParaRPr>
          </a:p>
        </p:txBody>
      </p:sp>
      <p:sp>
        <p:nvSpPr>
          <p:cNvPr id="447" name="CustomShape 2"/>
          <p:cNvSpPr/>
          <p:nvPr/>
        </p:nvSpPr>
        <p:spPr>
          <a:xfrm>
            <a:off x="928800" y="2143080"/>
            <a:ext cx="3753720" cy="37854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Two categories of ICMP message</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Error-reporting messages: to report problems that a router or destination host may encounter</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Query messages: to get specific information from a router or another host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448"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6745BB1B-41B7-4504-B30E-AD89A9D8E7EB}" type="slidenum">
              <a:rPr lang="en-US" sz="1000" b="0" strike="noStrike" spc="-1">
                <a:solidFill>
                  <a:srgbClr val="292929"/>
                </a:solidFill>
                <a:uFill>
                  <a:solidFill>
                    <a:srgbClr val="FFFFFF"/>
                  </a:solidFill>
                </a:uFill>
                <a:latin typeface="Arial"/>
              </a:rPr>
              <a:t>36</a:t>
            </a:fld>
            <a:endParaRPr lang="en-US" sz="1800" b="0" strike="noStrike" spc="-1">
              <a:solidFill>
                <a:srgbClr val="000000"/>
              </a:solidFill>
              <a:uFill>
                <a:solidFill>
                  <a:srgbClr val="FFFFFF"/>
                </a:solidFill>
              </a:uFill>
              <a:latin typeface="Arial"/>
            </a:endParaRPr>
          </a:p>
        </p:txBody>
      </p:sp>
      <p:pic>
        <p:nvPicPr>
          <p:cNvPr id="449" name="Picture 41"/>
          <p:cNvPicPr/>
          <p:nvPr/>
        </p:nvPicPr>
        <p:blipFill>
          <a:blip r:embed="rId2"/>
          <a:stretch/>
        </p:blipFill>
        <p:spPr>
          <a:xfrm>
            <a:off x="5000760" y="2071800"/>
            <a:ext cx="3753720" cy="1571040"/>
          </a:xfrm>
          <a:prstGeom prst="rect">
            <a:avLst/>
          </a:prstGeom>
          <a:ln w="9360">
            <a:noFill/>
          </a:ln>
        </p:spPr>
      </p:pic>
      <p:pic>
        <p:nvPicPr>
          <p:cNvPr id="450" name="Picture 43"/>
          <p:cNvPicPr/>
          <p:nvPr/>
        </p:nvPicPr>
        <p:blipFill>
          <a:blip r:embed="rId3"/>
          <a:stretch/>
        </p:blipFill>
        <p:spPr>
          <a:xfrm>
            <a:off x="5000760" y="3643200"/>
            <a:ext cx="3714120" cy="1142280"/>
          </a:xfrm>
          <a:prstGeom prst="rect">
            <a:avLst/>
          </a:prstGeom>
          <a:ln w="9360">
            <a:noFill/>
          </a:ln>
        </p:spPr>
      </p:pic>
      <p:sp>
        <p:nvSpPr>
          <p:cNvPr id="451" name="CustomShape 4"/>
          <p:cNvSpPr/>
          <p:nvPr/>
        </p:nvSpPr>
        <p:spPr>
          <a:xfrm>
            <a:off x="6290640" y="5072040"/>
            <a:ext cx="1342080" cy="272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200" b="1" strike="noStrike" spc="-1">
                <a:solidFill>
                  <a:srgbClr val="292929"/>
                </a:solidFill>
                <a:uFill>
                  <a:solidFill>
                    <a:srgbClr val="FFFFFF"/>
                  </a:solidFill>
                </a:uFill>
                <a:latin typeface="Arial"/>
                <a:ea typeface="DejaVu Sans"/>
              </a:rPr>
              <a:t>ICMP messages</a:t>
            </a:r>
            <a:endParaRPr lang="en-US" sz="1800" b="0" strike="noStrike" spc="-1">
              <a:solidFill>
                <a:srgbClr val="000000"/>
              </a:solidFill>
              <a:uFill>
                <a:solidFill>
                  <a:srgbClr val="FFFFFF"/>
                </a:solidFill>
              </a:uFill>
              <a:latin typeface="Arial"/>
            </a:endParaRPr>
          </a:p>
        </p:txBody>
      </p:sp>
      <p:sp>
        <p:nvSpPr>
          <p:cNvPr id="452" name="CustomShape 5"/>
          <p:cNvSpPr/>
          <p:nvPr/>
        </p:nvSpPr>
        <p:spPr>
          <a:xfrm>
            <a:off x="5950800" y="5500800"/>
            <a:ext cx="1938240" cy="242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000" b="0" strike="noStrike" spc="-1">
                <a:solidFill>
                  <a:srgbClr val="292929"/>
                </a:solidFill>
                <a:uFill>
                  <a:solidFill>
                    <a:srgbClr val="FFFFFF"/>
                  </a:solidFill>
                </a:uFill>
                <a:latin typeface="Arial"/>
                <a:ea typeface="DejaVu Sans"/>
              </a:rPr>
              <a:t>Table 9.1 – Forouzan 4</a:t>
            </a:r>
            <a:r>
              <a:rPr lang="en-US" sz="1000" b="0" strike="noStrike" spc="-1" baseline="30000">
                <a:solidFill>
                  <a:srgbClr val="292929"/>
                </a:solidFill>
                <a:uFill>
                  <a:solidFill>
                    <a:srgbClr val="FFFFFF"/>
                  </a:solidFill>
                </a:uFill>
                <a:latin typeface="Arial"/>
                <a:ea typeface="DejaVu Sans"/>
              </a:rPr>
              <a:t>th</a:t>
            </a:r>
            <a:r>
              <a:rPr lang="en-US" sz="1000" b="0" strike="noStrike" spc="-1">
                <a:solidFill>
                  <a:srgbClr val="292929"/>
                </a:solidFill>
                <a:uFill>
                  <a:solidFill>
                    <a:srgbClr val="FFFFFF"/>
                  </a:solidFill>
                </a:uFill>
                <a:latin typeface="Arial"/>
                <a:ea typeface="DejaVu Sans"/>
              </a:rPr>
              <a:t> edition</a:t>
            </a:r>
            <a:endParaRPr lang="en-US" sz="1800" b="0" strike="noStrike" spc="-1">
              <a:solidFill>
                <a:srgbClr val="000000"/>
              </a:solidFill>
              <a:uFill>
                <a:solidFill>
                  <a:srgbClr val="FFFFFF"/>
                </a:solidFill>
              </a:uFill>
              <a:latin typeface="Arial"/>
            </a:endParaRPr>
          </a:p>
        </p:txBody>
      </p:sp>
      <p:sp>
        <p:nvSpPr>
          <p:cNvPr id="453" name="CustomShape 6"/>
          <p:cNvSpPr/>
          <p:nvPr/>
        </p:nvSpPr>
        <p:spPr>
          <a:xfrm>
            <a:off x="731520" y="6035040"/>
            <a:ext cx="15544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54" name="CustomShape 7"/>
          <p:cNvSpPr/>
          <p:nvPr/>
        </p:nvSpPr>
        <p:spPr>
          <a:xfrm>
            <a:off x="7315200" y="6035040"/>
            <a:ext cx="128016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ICMPv4 (cont)</a:t>
            </a:r>
            <a:endParaRPr lang="en-US" sz="1800" b="0" strike="noStrike" spc="-1">
              <a:solidFill>
                <a:srgbClr val="000000"/>
              </a:solidFill>
              <a:uFill>
                <a:solidFill>
                  <a:srgbClr val="FFFFFF"/>
                </a:solidFill>
              </a:uFill>
              <a:latin typeface="Arial"/>
            </a:endParaRPr>
          </a:p>
        </p:txBody>
      </p:sp>
      <p:sp>
        <p:nvSpPr>
          <p:cNvPr id="456" name="CustomShape 2"/>
          <p:cNvSpPr/>
          <p:nvPr/>
        </p:nvSpPr>
        <p:spPr>
          <a:xfrm>
            <a:off x="949320" y="1981080"/>
            <a:ext cx="3753720" cy="373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ICMP messages have the format Type/Code/Checksum and also contain the first eight bytes of the IP datagram (together with the Header) that caused the ICMP message to be generated in the first place, such as the sender can determine the packet that caused the error</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p:txBody>
      </p:sp>
      <p:sp>
        <p:nvSpPr>
          <p:cNvPr id="457"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52485095-7DE1-4534-B0DE-4874AE08C16E}" type="slidenum">
              <a:rPr lang="en-US" sz="1000" b="0" strike="noStrike" spc="-1">
                <a:solidFill>
                  <a:srgbClr val="292929"/>
                </a:solidFill>
                <a:uFill>
                  <a:solidFill>
                    <a:srgbClr val="FFFFFF"/>
                  </a:solidFill>
                </a:uFill>
                <a:latin typeface="Arial"/>
              </a:rPr>
              <a:t>37</a:t>
            </a:fld>
            <a:endParaRPr lang="en-US" sz="1800" b="0" strike="noStrike" spc="-1">
              <a:solidFill>
                <a:srgbClr val="000000"/>
              </a:solidFill>
              <a:uFill>
                <a:solidFill>
                  <a:srgbClr val="FFFFFF"/>
                </a:solidFill>
              </a:uFill>
              <a:latin typeface="Arial"/>
            </a:endParaRPr>
          </a:p>
        </p:txBody>
      </p:sp>
      <p:pic>
        <p:nvPicPr>
          <p:cNvPr id="458" name="Picture 2"/>
          <p:cNvPicPr/>
          <p:nvPr/>
        </p:nvPicPr>
        <p:blipFill>
          <a:blip r:embed="rId2"/>
          <a:stretch/>
        </p:blipFill>
        <p:spPr>
          <a:xfrm>
            <a:off x="4857840" y="2214720"/>
            <a:ext cx="3858480" cy="3142440"/>
          </a:xfrm>
          <a:prstGeom prst="rect">
            <a:avLst/>
          </a:prstGeom>
          <a:ln w="9360">
            <a:noFill/>
          </a:ln>
        </p:spPr>
      </p:pic>
      <p:sp>
        <p:nvSpPr>
          <p:cNvPr id="459" name="CustomShape 4"/>
          <p:cNvSpPr/>
          <p:nvPr/>
        </p:nvSpPr>
        <p:spPr>
          <a:xfrm>
            <a:off x="731520" y="6035040"/>
            <a:ext cx="173736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60" name="CustomShape 5"/>
          <p:cNvSpPr/>
          <p:nvPr/>
        </p:nvSpPr>
        <p:spPr>
          <a:xfrm>
            <a:off x="7406640" y="5943600"/>
            <a:ext cx="109728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Address Translation</a:t>
            </a:r>
            <a:endParaRPr lang="en-US" sz="1800" b="0" strike="noStrike" spc="-1">
              <a:solidFill>
                <a:srgbClr val="000000"/>
              </a:solidFill>
              <a:uFill>
                <a:solidFill>
                  <a:srgbClr val="FFFFFF"/>
                </a:solidFill>
              </a:uFill>
              <a:latin typeface="Arial"/>
            </a:endParaRPr>
          </a:p>
        </p:txBody>
      </p:sp>
      <p:sp>
        <p:nvSpPr>
          <p:cNvPr id="462" name="CustomShape 2"/>
          <p:cNvSpPr/>
          <p:nvPr/>
        </p:nvSpPr>
        <p:spPr>
          <a:xfrm>
            <a:off x="949320" y="1981080"/>
            <a:ext cx="755100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Translation between IP and MAC address</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Address Resolution Protocol (ARP) IP to MAC [RFC 826]</a:t>
            </a:r>
            <a:endParaRPr lang="en-US" sz="1800" b="0" strike="noStrike" spc="-1">
              <a:solidFill>
                <a:srgbClr val="000000"/>
              </a:solidFill>
              <a:uFill>
                <a:solidFill>
                  <a:srgbClr val="FFFFFF"/>
                </a:solidFill>
              </a:uFill>
              <a:latin typeface="Arial"/>
            </a:endParaRPr>
          </a:p>
          <a:p>
            <a:pPr marL="888840" lvl="1" indent="-438840">
              <a:lnSpc>
                <a:spcPct val="100000"/>
              </a:lnSpc>
              <a:buClr>
                <a:srgbClr val="999933"/>
              </a:buClr>
              <a:buSzPct val="65000"/>
              <a:buFont typeface="Wingdings" charset="2"/>
              <a:buChar char=""/>
            </a:pPr>
            <a:r>
              <a:rPr lang="en-US" sz="1000" b="0" strike="noStrike" spc="-1">
                <a:solidFill>
                  <a:srgbClr val="292929"/>
                </a:solidFill>
                <a:uFill>
                  <a:solidFill>
                    <a:srgbClr val="FFFFFF"/>
                  </a:solidFill>
                </a:uFill>
                <a:latin typeface="Arial"/>
              </a:rPr>
              <a:t>Reverse Address Resolution Protocol (RARP) MAC to IP [RFC 903]</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ARP lies architecturally bellow IP, as ARP/RARP messages are carried inside MAC frame (as payload)</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Variants of ARP/RARP have been defined for different networking technologies, e.g., Ethernet/IEEE 802.3, Token Ring/IEEE 802.5, FDDI, etc</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Programs that use ARP: </a:t>
            </a:r>
            <a:r>
              <a:rPr lang="en-US" sz="1200" b="1" strike="noStrike" spc="-1">
                <a:solidFill>
                  <a:srgbClr val="292929"/>
                </a:solidFill>
                <a:uFill>
                  <a:solidFill>
                    <a:srgbClr val="FFFFFF"/>
                  </a:solidFill>
                </a:uFill>
                <a:latin typeface="Arial"/>
              </a:rPr>
              <a:t>arp</a:t>
            </a:r>
            <a:r>
              <a:rPr lang="en-US" sz="1200" b="0" strike="noStrike" spc="-1">
                <a:solidFill>
                  <a:srgbClr val="292929"/>
                </a:solidFill>
                <a:uFill>
                  <a:solidFill>
                    <a:srgbClr val="FFFFFF"/>
                  </a:solidFill>
                </a:uFill>
                <a:latin typeface="Arial"/>
              </a:rPr>
              <a:t> (comment: this is an Ethernet broadcast)</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Lists of IP/MAC are in Proxy ARP memory (routers/gateways) and ARP cache memory (hosts)</a:t>
            </a:r>
            <a:endParaRPr lang="en-US" sz="1800" b="0" strike="noStrike" spc="-1">
              <a:solidFill>
                <a:srgbClr val="000000"/>
              </a:solidFill>
              <a:uFill>
                <a:solidFill>
                  <a:srgbClr val="FFFFFF"/>
                </a:solidFill>
              </a:uFill>
              <a:latin typeface="Arial"/>
            </a:endParaRPr>
          </a:p>
        </p:txBody>
      </p:sp>
      <p:sp>
        <p:nvSpPr>
          <p:cNvPr id="463"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D03873C7-5A53-43ED-B8CA-9A460F48AC37}" type="slidenum">
              <a:rPr lang="en-US" sz="1000" b="0" strike="noStrike" spc="-1">
                <a:solidFill>
                  <a:srgbClr val="292929"/>
                </a:solidFill>
                <a:uFill>
                  <a:solidFill>
                    <a:srgbClr val="FFFFFF"/>
                  </a:solidFill>
                </a:uFill>
                <a:latin typeface="Arial"/>
              </a:rPr>
              <a:t>38</a:t>
            </a:fld>
            <a:endParaRPr lang="en-US" sz="1800" b="0" strike="noStrike" spc="-1">
              <a:solidFill>
                <a:srgbClr val="000000"/>
              </a:solidFill>
              <a:uFill>
                <a:solidFill>
                  <a:srgbClr val="FFFFFF"/>
                </a:solidFill>
              </a:uFill>
              <a:latin typeface="Arial"/>
            </a:endParaRPr>
          </a:p>
        </p:txBody>
      </p:sp>
      <p:sp>
        <p:nvSpPr>
          <p:cNvPr id="464" name="CustomShape 4"/>
          <p:cNvSpPr/>
          <p:nvPr/>
        </p:nvSpPr>
        <p:spPr>
          <a:xfrm>
            <a:off x="949320" y="6095160"/>
            <a:ext cx="1245240" cy="671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65" name="CustomShape 5"/>
          <p:cNvSpPr/>
          <p:nvPr/>
        </p:nvSpPr>
        <p:spPr>
          <a:xfrm>
            <a:off x="7589520" y="6095160"/>
            <a:ext cx="1005840" cy="671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932040" y="96840"/>
            <a:ext cx="7157160" cy="1412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4000" b="1" strike="noStrike" spc="-1">
                <a:solidFill>
                  <a:srgbClr val="000000"/>
                </a:solidFill>
                <a:uFill>
                  <a:solidFill>
                    <a:srgbClr val="FFFFFF"/>
                  </a:solidFill>
                </a:uFill>
                <a:latin typeface="Arial"/>
              </a:rPr>
              <a:t>References</a:t>
            </a:r>
            <a:endParaRPr lang="en-US" sz="1800" b="0" strike="noStrike" spc="-1">
              <a:solidFill>
                <a:srgbClr val="000000"/>
              </a:solidFill>
              <a:uFill>
                <a:solidFill>
                  <a:srgbClr val="FFFFFF"/>
                </a:solidFill>
              </a:uFill>
              <a:latin typeface="Arial"/>
            </a:endParaRPr>
          </a:p>
        </p:txBody>
      </p:sp>
      <p:sp>
        <p:nvSpPr>
          <p:cNvPr id="467" name="CustomShape 2"/>
          <p:cNvSpPr/>
          <p:nvPr/>
        </p:nvSpPr>
        <p:spPr>
          <a:xfrm>
            <a:off x="949320" y="1981080"/>
            <a:ext cx="6979680" cy="4114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Forouzan B.F,”TCP/IP Protocol Suite”, 4</a:t>
            </a:r>
            <a:r>
              <a:rPr lang="en-US" sz="1200" b="0" strike="noStrike" spc="-1" baseline="30000">
                <a:solidFill>
                  <a:srgbClr val="292929"/>
                </a:solidFill>
                <a:uFill>
                  <a:solidFill>
                    <a:srgbClr val="FFFFFF"/>
                  </a:solidFill>
                </a:uFill>
                <a:latin typeface="Arial"/>
              </a:rPr>
              <a:t>th</a:t>
            </a:r>
            <a:r>
              <a:rPr lang="en-US" sz="1200" b="0" strike="noStrike" spc="-1">
                <a:solidFill>
                  <a:srgbClr val="292929"/>
                </a:solidFill>
                <a:uFill>
                  <a:solidFill>
                    <a:srgbClr val="FFFFFF"/>
                  </a:solidFill>
                </a:uFill>
                <a:latin typeface="Arial"/>
              </a:rPr>
              <a:t> edition, McGraw-Hill, chapters 4, 5, 6, 7, 8, 9, 18</a:t>
            </a:r>
            <a:endParaRPr lang="en-US" sz="1800" b="0" strike="noStrike" spc="-1">
              <a:solidFill>
                <a:srgbClr val="000000"/>
              </a:solidFill>
              <a:uFill>
                <a:solidFill>
                  <a:srgbClr val="FFFFFF"/>
                </a:solidFill>
              </a:uFill>
              <a:latin typeface="Arial"/>
            </a:endParaRPr>
          </a:p>
          <a:p>
            <a:pPr>
              <a:lnSpc>
                <a:spcPct val="100000"/>
              </a:lnSpc>
            </a:pPr>
            <a:endParaRPr lang="en-US" sz="1800" b="0" strike="noStrike" spc="-1">
              <a:solidFill>
                <a:srgbClr val="000000"/>
              </a:solidFill>
              <a:uFill>
                <a:solidFill>
                  <a:srgbClr val="FFFFFF"/>
                </a:solidFill>
              </a:uFill>
              <a:latin typeface="Arial"/>
            </a:endParaRPr>
          </a:p>
          <a:p>
            <a:pPr marL="447840" indent="-447120">
              <a:lnSpc>
                <a:spcPct val="100000"/>
              </a:lnSpc>
              <a:buClr>
                <a:srgbClr val="CC9900"/>
              </a:buClr>
              <a:buSzPct val="70000"/>
              <a:buFont typeface="Wingdings" charset="2"/>
              <a:buChar char=""/>
            </a:pPr>
            <a:r>
              <a:rPr lang="en-US" sz="1200" b="0" strike="noStrike" spc="-1">
                <a:solidFill>
                  <a:srgbClr val="292929"/>
                </a:solidFill>
                <a:uFill>
                  <a:solidFill>
                    <a:srgbClr val="FFFFFF"/>
                  </a:solidFill>
                </a:uFill>
                <a:latin typeface="Arial"/>
              </a:rPr>
              <a:t>Other useful addresses </a:t>
            </a:r>
            <a:endParaRPr lang="en-US" sz="1800" b="0" strike="noStrike" spc="-1">
              <a:solidFill>
                <a:srgbClr val="000000"/>
              </a:solidFill>
              <a:uFill>
                <a:solidFill>
                  <a:srgbClr val="FFFFFF"/>
                </a:solidFill>
              </a:uFill>
              <a:latin typeface="Arial"/>
            </a:endParaRPr>
          </a:p>
        </p:txBody>
      </p:sp>
      <p:sp>
        <p:nvSpPr>
          <p:cNvPr id="468" name="CustomShape 3"/>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AF9BF939-F877-4152-B9F5-A505F0A81BBF}" type="slidenum">
              <a:rPr lang="en-US" sz="1000" b="0" strike="noStrike" spc="-1">
                <a:solidFill>
                  <a:srgbClr val="292929"/>
                </a:solidFill>
                <a:uFill>
                  <a:solidFill>
                    <a:srgbClr val="FFFFFF"/>
                  </a:solidFill>
                </a:uFill>
                <a:latin typeface="Arial"/>
              </a:rPr>
              <a:t>39</a:t>
            </a:fld>
            <a:endParaRPr lang="en-US" sz="1800" b="0" strike="noStrike" spc="-1">
              <a:solidFill>
                <a:srgbClr val="000000"/>
              </a:solidFill>
              <a:uFill>
                <a:solidFill>
                  <a:srgbClr val="FFFFFF"/>
                </a:solidFill>
              </a:uFill>
              <a:latin typeface="Arial"/>
            </a:endParaRPr>
          </a:p>
        </p:txBody>
      </p:sp>
      <p:sp>
        <p:nvSpPr>
          <p:cNvPr id="469" name="CustomShape 4"/>
          <p:cNvSpPr/>
          <p:nvPr/>
        </p:nvSpPr>
        <p:spPr>
          <a:xfrm>
            <a:off x="731520" y="6035040"/>
            <a:ext cx="164592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70" name="CustomShape 5"/>
          <p:cNvSpPr/>
          <p:nvPr/>
        </p:nvSpPr>
        <p:spPr>
          <a:xfrm>
            <a:off x="7498080" y="6035040"/>
            <a:ext cx="1005840" cy="73152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CustomShape 1"/>
          <p:cNvSpPr/>
          <p:nvPr/>
        </p:nvSpPr>
        <p:spPr>
          <a:xfrm>
            <a:off x="3352680" y="6215040"/>
            <a:ext cx="2894760" cy="48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1000" b="0" strike="noStrike" spc="-1">
                <a:solidFill>
                  <a:srgbClr val="292929"/>
                </a:solidFill>
                <a:uFill>
                  <a:solidFill>
                    <a:srgbClr val="FFFFFF"/>
                  </a:solidFill>
                </a:uFill>
                <a:latin typeface="Arial"/>
              </a:rPr>
              <a:t>		                            </a:t>
            </a:r>
            <a:fld id="{77B026E4-F76B-4714-9A68-430F8645AD48}" type="slidenum">
              <a:rPr lang="en-US" sz="1000" b="0" strike="noStrike" spc="-1">
                <a:solidFill>
                  <a:srgbClr val="292929"/>
                </a:solidFill>
                <a:uFill>
                  <a:solidFill>
                    <a:srgbClr val="FFFFFF"/>
                  </a:solidFill>
                </a:uFill>
                <a:latin typeface="Arial"/>
              </a:rPr>
              <a:t>40</a:t>
            </a:fld>
            <a:endParaRPr lang="en-US" sz="1800" b="0" strike="noStrike" spc="-1">
              <a:solidFill>
                <a:srgbClr val="000000"/>
              </a:solidFill>
              <a:uFill>
                <a:solidFill>
                  <a:srgbClr val="FFFFFF"/>
                </a:solidFill>
              </a:uFill>
              <a:latin typeface="Arial"/>
            </a:endParaRPr>
          </a:p>
        </p:txBody>
      </p:sp>
      <p:sp>
        <p:nvSpPr>
          <p:cNvPr id="472" name="CustomShape 2"/>
          <p:cNvSpPr/>
          <p:nvPr/>
        </p:nvSpPr>
        <p:spPr>
          <a:xfrm>
            <a:off x="0" y="189000"/>
            <a:ext cx="8998920" cy="1510560"/>
          </a:xfrm>
          <a:prstGeom prst="rect">
            <a:avLst/>
          </a:prstGeom>
          <a:solidFill>
            <a:srgbClr val="FFFFFF"/>
          </a:solidFill>
          <a:ln w="9360">
            <a:noFill/>
          </a:ln>
        </p:spPr>
        <p:style>
          <a:lnRef idx="0">
            <a:scrgbClr r="0" g="0" b="0"/>
          </a:lnRef>
          <a:fillRef idx="0">
            <a:scrgbClr r="0" g="0" b="0"/>
          </a:fillRef>
          <a:effectRef idx="0">
            <a:scrgbClr r="0" g="0" b="0"/>
          </a:effectRef>
          <a:fontRef idx="minor"/>
        </p:style>
      </p:sp>
      <p:sp>
        <p:nvSpPr>
          <p:cNvPr id="473" name="CustomShape 3"/>
          <p:cNvSpPr/>
          <p:nvPr/>
        </p:nvSpPr>
        <p:spPr>
          <a:xfrm>
            <a:off x="2916360" y="1484280"/>
            <a:ext cx="4409280" cy="7599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80000"/>
              </a:lnSpc>
            </a:pPr>
            <a:r>
              <a:rPr lang="en-US" sz="4400" b="1" strike="noStrike" spc="-1">
                <a:solidFill>
                  <a:srgbClr val="292929"/>
                </a:solidFill>
                <a:uFill>
                  <a:solidFill>
                    <a:srgbClr val="FFFFFF"/>
                  </a:solidFill>
                </a:uFill>
                <a:latin typeface="Arial"/>
                <a:ea typeface="DejaVu Sans"/>
              </a:rPr>
              <a:t>THANK YOU!</a:t>
            </a:r>
            <a:endParaRPr lang="en-US" sz="1800" b="0" strike="noStrike" spc="-1">
              <a:solidFill>
                <a:srgbClr val="000000"/>
              </a:solidFill>
              <a:uFill>
                <a:solidFill>
                  <a:srgbClr val="FFFFFF"/>
                </a:solidFill>
              </a:uFill>
              <a:latin typeface="Arial"/>
            </a:endParaRPr>
          </a:p>
        </p:txBody>
      </p:sp>
      <p:pic>
        <p:nvPicPr>
          <p:cNvPr id="474" name="Picture 6"/>
          <p:cNvPicPr/>
          <p:nvPr/>
        </p:nvPicPr>
        <p:blipFill>
          <a:blip r:embed="rId2"/>
          <a:stretch/>
        </p:blipFill>
        <p:spPr>
          <a:xfrm>
            <a:off x="2843640" y="2857680"/>
            <a:ext cx="3815640" cy="2514960"/>
          </a:xfrm>
          <a:prstGeom prst="rect">
            <a:avLst/>
          </a:prstGeom>
          <a:ln w="9360">
            <a:noFill/>
          </a:ln>
        </p:spPr>
      </p:pic>
      <p:sp>
        <p:nvSpPr>
          <p:cNvPr id="475" name="CustomShape 4"/>
          <p:cNvSpPr/>
          <p:nvPr/>
        </p:nvSpPr>
        <p:spPr>
          <a:xfrm>
            <a:off x="640080" y="5943600"/>
            <a:ext cx="210312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476" name="CustomShape 5"/>
          <p:cNvSpPr/>
          <p:nvPr/>
        </p:nvSpPr>
        <p:spPr>
          <a:xfrm>
            <a:off x="7589520" y="5943600"/>
            <a:ext cx="1280160" cy="9144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Axis</Template>
  <TotalTime>5593</TotalTime>
  <Words>2649</Words>
  <Application>Microsoft Office PowerPoint</Application>
  <PresentationFormat>On-screen Show (4:3)</PresentationFormat>
  <Paragraphs>383</Paragraphs>
  <Slides>40</Slides>
  <Notes>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40</vt:i4>
      </vt:variant>
    </vt:vector>
  </HeadingPairs>
  <TitlesOfParts>
    <vt:vector size="48" baseType="lpstr">
      <vt:lpstr>Arial</vt:lpstr>
      <vt:lpstr>Symbol</vt:lpstr>
      <vt:lpstr>Times New Roman</vt:lpstr>
      <vt:lpstr>Wingdings</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Blekinge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Package 5 – Technical Enablers for Service Continuity</dc:title>
  <dc:subject/>
  <dc:creator>Adrian Popescu</dc:creator>
  <dc:description/>
  <cp:lastModifiedBy>Islam Nazrul</cp:lastModifiedBy>
  <cp:revision>1065</cp:revision>
  <dcterms:created xsi:type="dcterms:W3CDTF">2008-01-14T14:00:39Z</dcterms:created>
  <dcterms:modified xsi:type="dcterms:W3CDTF">2025-09-17T05:41:36Z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Company">
    <vt:lpwstr>Blekinge Institute of Technology</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1</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40</vt:i4>
  </property>
</Properties>
</file>